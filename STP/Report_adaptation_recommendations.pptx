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78" r:id="rId5"/>
    <p:sldId id="273" r:id="rId6"/>
    <p:sldId id="295" r:id="rId7"/>
    <p:sldId id="296" r:id="rId8"/>
    <p:sldId id="297" r:id="rId9"/>
    <p:sldId id="298" r:id="rId10"/>
    <p:sldId id="299" r:id="rId11"/>
    <p:sldId id="300" r:id="rId12"/>
    <p:sldId id="260" r:id="rId1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E1D6F-59A8-53FF-111F-33996B22CDD7}" v="12" dt="2025-11-17T17:01:42.269"/>
    <p1510:client id="{6CC57433-9D3E-49F8-8314-1F19932FFD40}" v="3" dt="2025-11-17T11:47:36.970"/>
    <p1510:client id="{9E04FF2B-36C5-478F-A5A4-6839BA622F80}" v="42" dt="2025-11-17T18:25:10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07"/>
    <p:restoredTop sz="96327"/>
  </p:normalViewPr>
  <p:slideViewPr>
    <p:cSldViewPr snapToGrid="0">
      <p:cViewPr varScale="1">
        <p:scale>
          <a:sx n="79" d="100"/>
          <a:sy n="79" d="100"/>
        </p:scale>
        <p:origin x="7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modSld">
      <pc:chgData name="Greenrod, Samuel (OCBD)" userId="2206092a-8a12-487a-a963-cafe9a401430" providerId="ADAL" clId="{54C49FCB-CE70-4530-A1A9-E0EA58CC5D69}" dt="2025-11-17T11:47:36.970" v="30"/>
      <pc:docMkLst>
        <pc:docMk/>
      </pc:docMkLst>
      <pc:sldChg chg="addSp delSp modSp mod">
        <pc:chgData name="Greenrod, Samuel (OCBD)" userId="2206092a-8a12-487a-a963-cafe9a401430" providerId="ADAL" clId="{54C49FCB-CE70-4530-A1A9-E0EA58CC5D69}" dt="2025-11-17T11:47:36.970" v="30"/>
        <pc:sldMkLst>
          <pc:docMk/>
          <pc:sldMk cId="695527983" sldId="273"/>
        </pc:sldMkLst>
        <pc:spChg chg="mod">
          <ac:chgData name="Greenrod, Samuel (OCBD)" userId="2206092a-8a12-487a-a963-cafe9a401430" providerId="ADAL" clId="{54C49FCB-CE70-4530-A1A9-E0EA58CC5D69}" dt="2025-11-17T11:47:26.394" v="27" actId="20577"/>
          <ac:spMkLst>
            <pc:docMk/>
            <pc:sldMk cId="695527983" sldId="273"/>
            <ac:spMk id="2" creationId="{FBA3E97C-7B53-C082-54D7-4837292A62D4}"/>
          </ac:spMkLst>
        </pc:spChg>
        <pc:spChg chg="add mod">
          <ac:chgData name="Greenrod, Samuel (OCBD)" userId="2206092a-8a12-487a-a963-cafe9a401430" providerId="ADAL" clId="{54C49FCB-CE70-4530-A1A9-E0EA58CC5D69}" dt="2025-11-17T11:47:36.970" v="30"/>
          <ac:spMkLst>
            <pc:docMk/>
            <pc:sldMk cId="695527983" sldId="273"/>
            <ac:spMk id="13" creationId="{81127B1F-DAD1-37A5-0BFC-028917664617}"/>
          </ac:spMkLst>
        </pc:spChg>
        <pc:picChg chg="del mod">
          <ac:chgData name="Greenrod, Samuel (OCBD)" userId="2206092a-8a12-487a-a963-cafe9a401430" providerId="ADAL" clId="{54C49FCB-CE70-4530-A1A9-E0EA58CC5D69}" dt="2025-11-17T11:47:29.887" v="29" actId="478"/>
          <ac:picMkLst>
            <pc:docMk/>
            <pc:sldMk cId="695527983" sldId="273"/>
            <ac:picMk id="1026" creationId="{9D1C23E1-28E0-53D5-5BE7-B6A49B77A288}"/>
          </ac:picMkLst>
        </pc:picChg>
      </pc:sldChg>
    </pc:docChg>
  </pc:docChgLst>
  <pc:docChgLst>
    <pc:chgData name="Greenrod, Samuel (OCBD)" userId="2206092a-8a12-487a-a963-cafe9a401430" providerId="ADAL" clId="{20C3C022-8956-41D8-B9EF-F034660AD755}"/>
    <pc:docChg chg="custSel addSld delSld modSld">
      <pc:chgData name="Greenrod, Samuel (OCBD)" userId="2206092a-8a12-487a-a963-cafe9a401430" providerId="ADAL" clId="{20C3C022-8956-41D8-B9EF-F034660AD755}" dt="2025-11-18T08:39:14.880" v="1078" actId="20577"/>
      <pc:docMkLst>
        <pc:docMk/>
      </pc:docMkLst>
      <pc:sldChg chg="addSp modSp mod">
        <pc:chgData name="Greenrod, Samuel (OCBD)" userId="2206092a-8a12-487a-a963-cafe9a401430" providerId="ADAL" clId="{20C3C022-8956-41D8-B9EF-F034660AD755}" dt="2025-11-17T18:23:36.462" v="1022" actId="1076"/>
        <pc:sldMkLst>
          <pc:docMk/>
          <pc:sldMk cId="695527983" sldId="273"/>
        </pc:sldMkLst>
        <pc:spChg chg="mod">
          <ac:chgData name="Greenrod, Samuel (OCBD)" userId="2206092a-8a12-487a-a963-cafe9a401430" providerId="ADAL" clId="{20C3C022-8956-41D8-B9EF-F034660AD755}" dt="2025-11-17T18:17:36.797" v="1002" actId="27636"/>
          <ac:spMkLst>
            <pc:docMk/>
            <pc:sldMk cId="695527983" sldId="273"/>
            <ac:spMk id="13" creationId="{81127B1F-DAD1-37A5-0BFC-028917664617}"/>
          </ac:spMkLst>
        </pc:spChg>
        <pc:picChg chg="add mod">
          <ac:chgData name="Greenrod, Samuel (OCBD)" userId="2206092a-8a12-487a-a963-cafe9a401430" providerId="ADAL" clId="{20C3C022-8956-41D8-B9EF-F034660AD755}" dt="2025-11-17T18:23:31.420" v="1019" actId="1076"/>
          <ac:picMkLst>
            <pc:docMk/>
            <pc:sldMk cId="695527983" sldId="273"/>
            <ac:picMk id="3" creationId="{04BCB312-8A09-CB15-7037-8087C958CE76}"/>
          </ac:picMkLst>
        </pc:picChg>
        <pc:picChg chg="add mod ord modCrop">
          <ac:chgData name="Greenrod, Samuel (OCBD)" userId="2206092a-8a12-487a-a963-cafe9a401430" providerId="ADAL" clId="{20C3C022-8956-41D8-B9EF-F034660AD755}" dt="2025-11-17T18:23:36.462" v="1022" actId="1076"/>
          <ac:picMkLst>
            <pc:docMk/>
            <pc:sldMk cId="695527983" sldId="273"/>
            <ac:picMk id="7" creationId="{3CD272F4-04E2-4DB4-4DF2-AE73A971EB64}"/>
          </ac:picMkLst>
        </pc:picChg>
        <pc:picChg chg="add mod">
          <ac:chgData name="Greenrod, Samuel (OCBD)" userId="2206092a-8a12-487a-a963-cafe9a401430" providerId="ADAL" clId="{20C3C022-8956-41D8-B9EF-F034660AD755}" dt="2025-11-17T18:23:27.666" v="1017" actId="1076"/>
          <ac:picMkLst>
            <pc:docMk/>
            <pc:sldMk cId="695527983" sldId="273"/>
            <ac:picMk id="11" creationId="{739226F7-DF6B-FEDC-507F-0CBDD42C632B}"/>
          </ac:picMkLst>
        </pc:picChg>
      </pc:sldChg>
      <pc:sldChg chg="modSp mod">
        <pc:chgData name="Greenrod, Samuel (OCBD)" userId="2206092a-8a12-487a-a963-cafe9a401430" providerId="ADAL" clId="{20C3C022-8956-41D8-B9EF-F034660AD755}" dt="2025-11-18T08:39:14.880" v="1078" actId="20577"/>
        <pc:sldMkLst>
          <pc:docMk/>
          <pc:sldMk cId="2718756868" sldId="278"/>
        </pc:sldMkLst>
        <pc:spChg chg="mod">
          <ac:chgData name="Greenrod, Samuel (OCBD)" userId="2206092a-8a12-487a-a963-cafe9a401430" providerId="ADAL" clId="{20C3C022-8956-41D8-B9EF-F034660AD755}" dt="2025-11-18T08:39:14.880" v="1078" actId="20577"/>
          <ac:spMkLst>
            <pc:docMk/>
            <pc:sldMk cId="2718756868" sldId="278"/>
            <ac:spMk id="3" creationId="{B65361E7-4E15-CD6C-8E77-8F89B5B7D557}"/>
          </ac:spMkLst>
        </pc:spChg>
      </pc:sldChg>
      <pc:sldChg chg="del">
        <pc:chgData name="Greenrod, Samuel (OCBD)" userId="2206092a-8a12-487a-a963-cafe9a401430" providerId="ADAL" clId="{20C3C022-8956-41D8-B9EF-F034660AD755}" dt="2025-11-17T18:17:29.105" v="1000" actId="47"/>
        <pc:sldMkLst>
          <pc:docMk/>
          <pc:sldMk cId="4285979878" sldId="294"/>
        </pc:sldMkLst>
      </pc:sldChg>
      <pc:sldChg chg="modSp add mod">
        <pc:chgData name="Greenrod, Samuel (OCBD)" userId="2206092a-8a12-487a-a963-cafe9a401430" providerId="ADAL" clId="{20C3C022-8956-41D8-B9EF-F034660AD755}" dt="2025-11-17T18:00:46.257" v="201" actId="14100"/>
        <pc:sldMkLst>
          <pc:docMk/>
          <pc:sldMk cId="1642788035" sldId="295"/>
        </pc:sldMkLst>
        <pc:spChg chg="mod">
          <ac:chgData name="Greenrod, Samuel (OCBD)" userId="2206092a-8a12-487a-a963-cafe9a401430" providerId="ADAL" clId="{20C3C022-8956-41D8-B9EF-F034660AD755}" dt="2025-11-17T18:00:46.257" v="201" actId="14100"/>
          <ac:spMkLst>
            <pc:docMk/>
            <pc:sldMk cId="1642788035" sldId="295"/>
            <ac:spMk id="2" creationId="{AF81ECC6-1CC3-A2E5-C472-395D8243BF52}"/>
          </ac:spMkLst>
        </pc:spChg>
        <pc:spChg chg="mod">
          <ac:chgData name="Greenrod, Samuel (OCBD)" userId="2206092a-8a12-487a-a963-cafe9a401430" providerId="ADAL" clId="{20C3C022-8956-41D8-B9EF-F034660AD755}" dt="2025-11-17T17:35:19.417" v="164" actId="27636"/>
          <ac:spMkLst>
            <pc:docMk/>
            <pc:sldMk cId="1642788035" sldId="295"/>
            <ac:spMk id="13" creationId="{35E1ADAB-B06A-6EF6-6845-9038CFB196E7}"/>
          </ac:spMkLst>
        </pc:spChg>
      </pc:sldChg>
      <pc:sldChg chg="addSp modSp add mod">
        <pc:chgData name="Greenrod, Samuel (OCBD)" userId="2206092a-8a12-487a-a963-cafe9a401430" providerId="ADAL" clId="{20C3C022-8956-41D8-B9EF-F034660AD755}" dt="2025-11-17T18:24:20.629" v="1032" actId="1076"/>
        <pc:sldMkLst>
          <pc:docMk/>
          <pc:sldMk cId="222979080" sldId="296"/>
        </pc:sldMkLst>
        <pc:spChg chg="mod">
          <ac:chgData name="Greenrod, Samuel (OCBD)" userId="2206092a-8a12-487a-a963-cafe9a401430" providerId="ADAL" clId="{20C3C022-8956-41D8-B9EF-F034660AD755}" dt="2025-11-17T18:00:52.180" v="212" actId="20577"/>
          <ac:spMkLst>
            <pc:docMk/>
            <pc:sldMk cId="222979080" sldId="296"/>
            <ac:spMk id="2" creationId="{E9CDF512-D779-89F1-A894-01317A550ABC}"/>
          </ac:spMkLst>
        </pc:spChg>
        <pc:spChg chg="mod">
          <ac:chgData name="Greenrod, Samuel (OCBD)" userId="2206092a-8a12-487a-a963-cafe9a401430" providerId="ADAL" clId="{20C3C022-8956-41D8-B9EF-F034660AD755}" dt="2025-11-17T18:24:20.629" v="1032" actId="1076"/>
          <ac:spMkLst>
            <pc:docMk/>
            <pc:sldMk cId="222979080" sldId="296"/>
            <ac:spMk id="13" creationId="{3A84D5C5-B5DC-803A-C549-3A14BCBA3EBF}"/>
          </ac:spMkLst>
        </pc:spChg>
        <pc:picChg chg="add mod">
          <ac:chgData name="Greenrod, Samuel (OCBD)" userId="2206092a-8a12-487a-a963-cafe9a401430" providerId="ADAL" clId="{20C3C022-8956-41D8-B9EF-F034660AD755}" dt="2025-11-17T18:24:19.157" v="1031" actId="1076"/>
          <ac:picMkLst>
            <pc:docMk/>
            <pc:sldMk cId="222979080" sldId="296"/>
            <ac:picMk id="2050" creationId="{68A688B8-C3A4-E99A-69A8-5D8797C0B9D6}"/>
          </ac:picMkLst>
        </pc:picChg>
      </pc:sldChg>
      <pc:sldChg chg="modSp add mod">
        <pc:chgData name="Greenrod, Samuel (OCBD)" userId="2206092a-8a12-487a-a963-cafe9a401430" providerId="ADAL" clId="{20C3C022-8956-41D8-B9EF-F034660AD755}" dt="2025-11-17T18:02:38.760" v="316" actId="27636"/>
        <pc:sldMkLst>
          <pc:docMk/>
          <pc:sldMk cId="1167269146" sldId="297"/>
        </pc:sldMkLst>
        <pc:spChg chg="mod">
          <ac:chgData name="Greenrod, Samuel (OCBD)" userId="2206092a-8a12-487a-a963-cafe9a401430" providerId="ADAL" clId="{20C3C022-8956-41D8-B9EF-F034660AD755}" dt="2025-11-17T18:02:38.760" v="316" actId="27636"/>
          <ac:spMkLst>
            <pc:docMk/>
            <pc:sldMk cId="1167269146" sldId="297"/>
            <ac:spMk id="13" creationId="{82C64D15-F8B4-F7D4-F959-387E75401029}"/>
          </ac:spMkLst>
        </pc:spChg>
      </pc:sldChg>
      <pc:sldChg chg="addSp modSp add mod">
        <pc:chgData name="Greenrod, Samuel (OCBD)" userId="2206092a-8a12-487a-a963-cafe9a401430" providerId="ADAL" clId="{20C3C022-8956-41D8-B9EF-F034660AD755}" dt="2025-11-17T18:25:10.292" v="1044" actId="1076"/>
        <pc:sldMkLst>
          <pc:docMk/>
          <pc:sldMk cId="271261647" sldId="298"/>
        </pc:sldMkLst>
        <pc:spChg chg="mod">
          <ac:chgData name="Greenrod, Samuel (OCBD)" userId="2206092a-8a12-487a-a963-cafe9a401430" providerId="ADAL" clId="{20C3C022-8956-41D8-B9EF-F034660AD755}" dt="2025-11-17T18:03:43.097" v="355" actId="1076"/>
          <ac:spMkLst>
            <pc:docMk/>
            <pc:sldMk cId="271261647" sldId="298"/>
            <ac:spMk id="2" creationId="{9EC51C08-D573-8126-846C-D12A3E8A332F}"/>
          </ac:spMkLst>
        </pc:spChg>
        <pc:spChg chg="mod">
          <ac:chgData name="Greenrod, Samuel (OCBD)" userId="2206092a-8a12-487a-a963-cafe9a401430" providerId="ADAL" clId="{20C3C022-8956-41D8-B9EF-F034660AD755}" dt="2025-11-17T18:24:45.030" v="1041" actId="27636"/>
          <ac:spMkLst>
            <pc:docMk/>
            <pc:sldMk cId="271261647" sldId="298"/>
            <ac:spMk id="13" creationId="{AC84DA90-3A6A-A3F9-E83A-31D03220A589}"/>
          </ac:spMkLst>
        </pc:spChg>
        <pc:picChg chg="add mod">
          <ac:chgData name="Greenrod, Samuel (OCBD)" userId="2206092a-8a12-487a-a963-cafe9a401430" providerId="ADAL" clId="{20C3C022-8956-41D8-B9EF-F034660AD755}" dt="2025-11-17T18:25:10.292" v="1044" actId="1076"/>
          <ac:picMkLst>
            <pc:docMk/>
            <pc:sldMk cId="271261647" sldId="298"/>
            <ac:picMk id="3074" creationId="{E03BF82E-432B-CBB8-1A09-2D36FF8DB4EC}"/>
          </ac:picMkLst>
        </pc:picChg>
      </pc:sldChg>
      <pc:sldChg chg="addSp modSp add mod">
        <pc:chgData name="Greenrod, Samuel (OCBD)" userId="2206092a-8a12-487a-a963-cafe9a401430" providerId="ADAL" clId="{20C3C022-8956-41D8-B9EF-F034660AD755}" dt="2025-11-17T18:25:17.171" v="1046" actId="20577"/>
        <pc:sldMkLst>
          <pc:docMk/>
          <pc:sldMk cId="2549979351" sldId="299"/>
        </pc:sldMkLst>
        <pc:spChg chg="mod">
          <ac:chgData name="Greenrod, Samuel (OCBD)" userId="2206092a-8a12-487a-a963-cafe9a401430" providerId="ADAL" clId="{20C3C022-8956-41D8-B9EF-F034660AD755}" dt="2025-11-17T18:13:44.452" v="681" actId="122"/>
          <ac:spMkLst>
            <pc:docMk/>
            <pc:sldMk cId="2549979351" sldId="299"/>
            <ac:spMk id="2" creationId="{22FC65F6-183C-90BA-48FA-9ED506E01053}"/>
          </ac:spMkLst>
        </pc:spChg>
        <pc:spChg chg="mod">
          <ac:chgData name="Greenrod, Samuel (OCBD)" userId="2206092a-8a12-487a-a963-cafe9a401430" providerId="ADAL" clId="{20C3C022-8956-41D8-B9EF-F034660AD755}" dt="2025-11-17T18:25:17.171" v="1046" actId="20577"/>
          <ac:spMkLst>
            <pc:docMk/>
            <pc:sldMk cId="2549979351" sldId="299"/>
            <ac:spMk id="13" creationId="{2C6222AE-B9FE-4286-6184-DF67B7097589}"/>
          </ac:spMkLst>
        </pc:spChg>
        <pc:picChg chg="add mod">
          <ac:chgData name="Greenrod, Samuel (OCBD)" userId="2206092a-8a12-487a-a963-cafe9a401430" providerId="ADAL" clId="{20C3C022-8956-41D8-B9EF-F034660AD755}" dt="2025-11-17T18:15:27.113" v="888" actId="1076"/>
          <ac:picMkLst>
            <pc:docMk/>
            <pc:sldMk cId="2549979351" sldId="299"/>
            <ac:picMk id="3" creationId="{7D361A0B-9546-2193-0077-672B0CBB6F11}"/>
          </ac:picMkLst>
        </pc:picChg>
      </pc:sldChg>
      <pc:sldChg chg="addSp delSp modSp add mod">
        <pc:chgData name="Greenrod, Samuel (OCBD)" userId="2206092a-8a12-487a-a963-cafe9a401430" providerId="ADAL" clId="{20C3C022-8956-41D8-B9EF-F034660AD755}" dt="2025-11-17T18:17:22.652" v="999" actId="1076"/>
        <pc:sldMkLst>
          <pc:docMk/>
          <pc:sldMk cId="663305151" sldId="300"/>
        </pc:sldMkLst>
        <pc:spChg chg="mod">
          <ac:chgData name="Greenrod, Samuel (OCBD)" userId="2206092a-8a12-487a-a963-cafe9a401430" providerId="ADAL" clId="{20C3C022-8956-41D8-B9EF-F034660AD755}" dt="2025-11-17T18:16:01.395" v="979" actId="20577"/>
          <ac:spMkLst>
            <pc:docMk/>
            <pc:sldMk cId="663305151" sldId="300"/>
            <ac:spMk id="2" creationId="{9EF1E6F6-022C-D801-1638-5A500899B589}"/>
          </ac:spMkLst>
        </pc:spChg>
        <pc:spChg chg="mod">
          <ac:chgData name="Greenrod, Samuel (OCBD)" userId="2206092a-8a12-487a-a963-cafe9a401430" providerId="ADAL" clId="{20C3C022-8956-41D8-B9EF-F034660AD755}" dt="2025-11-17T18:16:31.354" v="991" actId="20577"/>
          <ac:spMkLst>
            <pc:docMk/>
            <pc:sldMk cId="663305151" sldId="300"/>
            <ac:spMk id="13" creationId="{7632747D-3ED9-2308-DC4B-BF0EBC64D4A9}"/>
          </ac:spMkLst>
        </pc:spChg>
        <pc:picChg chg="del">
          <ac:chgData name="Greenrod, Samuel (OCBD)" userId="2206092a-8a12-487a-a963-cafe9a401430" providerId="ADAL" clId="{20C3C022-8956-41D8-B9EF-F034660AD755}" dt="2025-11-17T18:16:38.826" v="992" actId="478"/>
          <ac:picMkLst>
            <pc:docMk/>
            <pc:sldMk cId="663305151" sldId="300"/>
            <ac:picMk id="3" creationId="{F132D4BE-1754-599A-2DF2-795E63E18449}"/>
          </ac:picMkLst>
        </pc:picChg>
        <pc:picChg chg="add mod">
          <ac:chgData name="Greenrod, Samuel (OCBD)" userId="2206092a-8a12-487a-a963-cafe9a401430" providerId="ADAL" clId="{20C3C022-8956-41D8-B9EF-F034660AD755}" dt="2025-11-17T18:17:22.652" v="999" actId="1076"/>
          <ac:picMkLst>
            <pc:docMk/>
            <pc:sldMk cId="663305151" sldId="300"/>
            <ac:picMk id="1026" creationId="{212BE09D-7D1E-B49D-C2B8-8C82301C391F}"/>
          </ac:picMkLst>
        </pc:picChg>
      </pc:sldChg>
    </pc:docChg>
  </pc:docChgLst>
  <pc:docChgLst>
    <pc:chgData name="Greenrod, Samuel (OCBD)" userId="S::samuel.greenrod@fao.org::2206092a-8a12-487a-a963-cafe9a401430" providerId="AD" clId="Web-{5E9E1D6F-59A8-53FF-111F-33996B22CDD7}"/>
    <pc:docChg chg="delSld">
      <pc:chgData name="Greenrod, Samuel (OCBD)" userId="S::samuel.greenrod@fao.org::2206092a-8a12-487a-a963-cafe9a401430" providerId="AD" clId="Web-{5E9E1D6F-59A8-53FF-111F-33996B22CDD7}" dt="2025-11-17T17:01:42.269" v="11"/>
      <pc:docMkLst>
        <pc:docMk/>
      </pc:docMkLst>
      <pc:sldChg chg="del">
        <pc:chgData name="Greenrod, Samuel (OCBD)" userId="S::samuel.greenrod@fao.org::2206092a-8a12-487a-a963-cafe9a401430" providerId="AD" clId="Web-{5E9E1D6F-59A8-53FF-111F-33996B22CDD7}" dt="2025-11-17T17:01:34.066" v="2"/>
        <pc:sldMkLst>
          <pc:docMk/>
          <pc:sldMk cId="961859304" sldId="274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27.207" v="0"/>
        <pc:sldMkLst>
          <pc:docMk/>
          <pc:sldMk cId="1183164464" sldId="279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27.238" v="1"/>
        <pc:sldMkLst>
          <pc:docMk/>
          <pc:sldMk cId="3077280897" sldId="280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082" v="3"/>
        <pc:sldMkLst>
          <pc:docMk/>
          <pc:sldMk cId="658562017" sldId="281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097" v="4"/>
        <pc:sldMkLst>
          <pc:docMk/>
          <pc:sldMk cId="2877324331" sldId="282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113" v="5"/>
        <pc:sldMkLst>
          <pc:docMk/>
          <pc:sldMk cId="3319517050" sldId="283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129" v="6"/>
        <pc:sldMkLst>
          <pc:docMk/>
          <pc:sldMk cId="385310984" sldId="284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144" v="7"/>
        <pc:sldMkLst>
          <pc:docMk/>
          <pc:sldMk cId="2569780686" sldId="285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160" v="8"/>
        <pc:sldMkLst>
          <pc:docMk/>
          <pc:sldMk cId="3092891781" sldId="287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175" v="9"/>
        <pc:sldMkLst>
          <pc:docMk/>
          <pc:sldMk cId="3322533278" sldId="288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34.191" v="10"/>
        <pc:sldMkLst>
          <pc:docMk/>
          <pc:sldMk cId="2663177471" sldId="289"/>
        </pc:sldMkLst>
      </pc:sldChg>
      <pc:sldChg chg="del">
        <pc:chgData name="Greenrod, Samuel (OCBD)" userId="S::samuel.greenrod@fao.org::2206092a-8a12-487a-a963-cafe9a401430" providerId="AD" clId="Web-{5E9E1D6F-59A8-53FF-111F-33996B22CDD7}" dt="2025-11-17T17:01:42.269" v="11"/>
        <pc:sldMkLst>
          <pc:docMk/>
          <pc:sldMk cId="2911833979" sldId="290"/>
        </pc:sldMkLst>
      </pc:sldChg>
    </pc:docChg>
  </pc:docChgLst>
</pc:chgInfo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Adaptation recommendations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ACDE-10C9-F045-7191-964BE523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CD272F4-04E2-4DB4-4DF2-AE73A971EB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99"/>
          <a:stretch>
            <a:fillRect/>
          </a:stretch>
        </p:blipFill>
        <p:spPr>
          <a:xfrm>
            <a:off x="6713630" y="3905267"/>
            <a:ext cx="4911008" cy="26617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A3E97C-7B53-C082-54D7-4837292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report findings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F0B8E68-0A05-7466-DE72-D35483C4B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B8F31-5BAA-7915-FB6D-93ACC082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6B2F92-30E2-9EF6-6876-03ACDD576A2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84171E-B5D6-D2D3-50B9-C9F54F0A61D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7E42CE-9992-223A-66F5-67C895479C6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80E5E99-848A-96C2-25A0-1EBCC47763E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127B1F-DAD1-37A5-0BFC-02891766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64657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climate change is expected to affect both tourism and blue economy: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 level rise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Increased tourist discomfort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Reduction in EEZ fish biomass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Alterations to probability of pelagic and demersal occurrence in EEZ and species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adaptation strategy to mitigate the impacts of climate change is needed</a:t>
            </a:r>
          </a:p>
        </p:txBody>
      </p:sp>
      <p:pic>
        <p:nvPicPr>
          <p:cNvPr id="3" name="Picture 2" descr="A graph of sea level rise&#10;&#10;AI-generated content may be incorrect.">
            <a:extLst>
              <a:ext uri="{FF2B5EF4-FFF2-40B4-BE49-F238E27FC236}">
                <a16:creationId xmlns:a16="http://schemas.microsoft.com/office/drawing/2014/main" id="{04BCB312-8A09-CB15-7037-8087C958CE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123" y="1443556"/>
            <a:ext cx="1893313" cy="1893313"/>
          </a:xfrm>
          <a:prstGeom prst="rect">
            <a:avLst/>
          </a:prstGeom>
        </p:spPr>
      </p:pic>
      <p:pic>
        <p:nvPicPr>
          <p:cNvPr id="11" name="Picture 10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739226F7-DF6B-FEDC-507F-0CBDD42C63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422" y="1382641"/>
            <a:ext cx="2603500" cy="234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2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4F92-AC05-5A3F-28BD-4896D0CE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ECC6-1CC3-A2E5-C472-395D8243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coastal erosion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D1FBFA4A-7694-1F5D-4D99-C85DCB6B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E82D8-AEF8-A5BC-A599-C4B6EF19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BF4040-A48F-F004-EEA7-265451B5F3D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F6FDEC-5AF0-7BA1-4902-2988F0CBEB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3CF105-E640-DA4E-2F3B-05409BD2A01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13275AD-795B-972C-C4C7-A3A4926510B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E1ADAB-B06A-6EF6-6845-9038CFB1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WACA+ recommendations to mitigate coastal erosion impact:</a:t>
            </a:r>
          </a:p>
          <a:p>
            <a:pPr lvl="1"/>
            <a:r>
              <a:rPr lang="en-GB" dirty="0"/>
              <a:t>Construction of dikes, breakwaters (</a:t>
            </a:r>
            <a:r>
              <a:rPr lang="en-GB" dirty="0" err="1"/>
              <a:t>e.g</a:t>
            </a:r>
            <a:r>
              <a:rPr lang="en-GB" dirty="0"/>
              <a:t> gabions), and protective walls in most vulnerable areas.</a:t>
            </a:r>
          </a:p>
          <a:p>
            <a:pPr lvl="1"/>
            <a:r>
              <a:rPr lang="en-GB" dirty="0"/>
              <a:t>Creating safe expansion zones for coastal communities.</a:t>
            </a:r>
          </a:p>
          <a:p>
            <a:pPr lvl="1"/>
            <a:r>
              <a:rPr lang="en-GB" dirty="0"/>
              <a:t>Establishment of a climate alert system on the state of the sea</a:t>
            </a:r>
          </a:p>
          <a:p>
            <a:pPr lvl="1"/>
            <a:r>
              <a:rPr lang="en-GB" dirty="0"/>
              <a:t>Rehabilitation of tide stations</a:t>
            </a:r>
          </a:p>
          <a:p>
            <a:pPr lvl="1"/>
            <a:r>
              <a:rPr lang="en-GB" dirty="0"/>
              <a:t>Sand dredging to repair eroded beaches</a:t>
            </a:r>
          </a:p>
          <a:p>
            <a:pPr lvl="1"/>
            <a:r>
              <a:rPr lang="en-GB" dirty="0"/>
              <a:t>Diversification of activities and support measures for populations whose livelihoods depend on coastal activities</a:t>
            </a:r>
          </a:p>
          <a:p>
            <a:pPr lvl="1"/>
            <a:r>
              <a:rPr lang="en-GB" dirty="0"/>
              <a:t>Construction of drainage ditches and water tanks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8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610C-9F81-71DF-EA4B-1EC082B7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F512-D779-89F1-A894-01317A55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eco-tourism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9061C81-E71D-25C5-BBA4-CECA60B67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4086D-8EC6-89C8-C7D9-3ECF52BE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CD88A0-CDB1-FB08-705D-817D9059418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F5A31A-250D-DD1C-834B-678ED2C77E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174A86-5782-CDEE-559D-282D193BA9B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C1BA871-D8CB-BAC8-6BAF-84F42892087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84D5C5-B5DC-803A-C549-3A14BCBA3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6461"/>
            <a:ext cx="5257800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Coral reef restoration:</a:t>
            </a:r>
          </a:p>
          <a:p>
            <a:pPr lvl="1"/>
            <a:r>
              <a:rPr lang="en-GB" dirty="0"/>
              <a:t>Cultivating healthy coral fragments in nurseries until they reach an appropriate size and then transplanting into the damaged reef. </a:t>
            </a:r>
          </a:p>
          <a:p>
            <a:pPr lvl="1"/>
            <a:r>
              <a:rPr lang="en-GB" dirty="0"/>
              <a:t>Small pieces of coral broken up by storms or human activity can be fixed to degraded reefs.</a:t>
            </a:r>
          </a:p>
          <a:p>
            <a:pPr lvl="1"/>
            <a:r>
              <a:rPr lang="en-GB" dirty="0"/>
              <a:t>Installation of artificial reefs</a:t>
            </a:r>
          </a:p>
          <a:p>
            <a:endParaRPr lang="en-GB" dirty="0"/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Modular Artificial Reef Structure (MARS) | REEF DESIGN LAB">
            <a:extLst>
              <a:ext uri="{FF2B5EF4-FFF2-40B4-BE49-F238E27FC236}">
                <a16:creationId xmlns:a16="http://schemas.microsoft.com/office/drawing/2014/main" id="{68A688B8-C3A4-E99A-69A8-5D8797C0B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r="21561"/>
          <a:stretch>
            <a:fillRect/>
          </a:stretch>
        </p:blipFill>
        <p:spPr bwMode="auto">
          <a:xfrm>
            <a:off x="6921910" y="2251585"/>
            <a:ext cx="4261624" cy="3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7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D7C5-7980-51E6-031B-123AACB0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E1F9-454A-99D2-8FC8-4C2D090D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eco-tourism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BA9B6CD5-A11B-580B-F038-ECD202F4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05CEA-46D7-A052-19BB-830F42F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7DC198-BEEE-C17F-158A-D80DE04919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8806D9-5A4A-2B22-1971-7034DCF61FA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440086-A830-ABC3-C412-C3E8F5C6686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8E5BE8-9787-A5EB-BED8-B3CFBE1CA88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C64D15-F8B4-F7D4-F959-387E75401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Code of Conduct for Sustainable Diving: </a:t>
            </a:r>
          </a:p>
          <a:p>
            <a:pPr lvl="1"/>
            <a:r>
              <a:rPr lang="en-GB" dirty="0"/>
              <a:t>Limitations on the number of divers per site or per day; </a:t>
            </a:r>
          </a:p>
          <a:p>
            <a:pPr lvl="1"/>
            <a:r>
              <a:rPr lang="en-GB" dirty="0"/>
              <a:t>Prohibition of coral contact or the use of overly aggressive fins; </a:t>
            </a:r>
          </a:p>
          <a:p>
            <a:pPr lvl="1"/>
            <a:r>
              <a:rPr lang="en-GB" dirty="0"/>
              <a:t>Mandatory use of </a:t>
            </a:r>
            <a:r>
              <a:rPr lang="en-GB" b="1" dirty="0"/>
              <a:t>reef-safe sunscreen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Sustainable anchoring practices (use of buoys instead of anchors to avoid seabed damage); </a:t>
            </a:r>
          </a:p>
          <a:p>
            <a:pPr lvl="1"/>
            <a:r>
              <a:rPr lang="en-GB" dirty="0"/>
              <a:t>Education for tourists and guides on the environmental impact of their actions. </a:t>
            </a:r>
          </a:p>
          <a:p>
            <a:r>
              <a:rPr lang="en-GB" dirty="0"/>
              <a:t>Regulatory framework:</a:t>
            </a:r>
          </a:p>
          <a:p>
            <a:pPr lvl="1"/>
            <a:r>
              <a:rPr lang="en-GB" dirty="0"/>
              <a:t>Licensing or authorisation for dive operators; </a:t>
            </a:r>
          </a:p>
          <a:p>
            <a:pPr lvl="1"/>
            <a:r>
              <a:rPr lang="en-GB" dirty="0"/>
              <a:t>Minimum sustainability and safety criteria; </a:t>
            </a:r>
          </a:p>
          <a:p>
            <a:pPr lvl="1"/>
            <a:r>
              <a:rPr lang="en-GB" dirty="0"/>
              <a:t>Designation of </a:t>
            </a:r>
            <a:r>
              <a:rPr lang="en-GB" b="1" dirty="0"/>
              <a:t>no-fishing </a:t>
            </a:r>
            <a:r>
              <a:rPr lang="en-GB" dirty="0"/>
              <a:t>or </a:t>
            </a:r>
            <a:r>
              <a:rPr lang="en-GB" b="1" dirty="0"/>
              <a:t>restricted recreational zones </a:t>
            </a:r>
            <a:r>
              <a:rPr lang="en-GB" dirty="0"/>
              <a:t>in the most sensitive reefs; </a:t>
            </a:r>
          </a:p>
          <a:p>
            <a:pPr lvl="1"/>
            <a:r>
              <a:rPr lang="en-GB" dirty="0"/>
              <a:t>Monitoring, enforcement, and sanctions for proven environmental damage. </a:t>
            </a:r>
          </a:p>
          <a:p>
            <a:pPr lvl="1"/>
            <a:endParaRPr lang="en-GB" dirty="0"/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26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F05B-C2BF-34D5-A138-A6EA4C11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1C08-D573-8126-846C-D12A3E8A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adaptation recommendations – infrastructure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292FA825-10D4-3B4A-755C-C32445972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FEB1-F4A5-7985-DC87-508ED56D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194A2F-FE0F-7B40-C78D-6115237368D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9CEB76-705F-1751-2B8B-AA71FF66F8B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C878FA-2A1A-1DB3-AC8E-50C50DA329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7F006A1-3516-7DD7-0A9E-2C38C677C17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C84DA90-3A6A-A3F9-E83A-31D03220A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6319684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Construction of additional fishing ports</a:t>
            </a:r>
          </a:p>
          <a:p>
            <a:r>
              <a:rPr lang="en-GB" dirty="0"/>
              <a:t>Building of district retail markets with adequate refrigeration equipment (ice and cold storage, freezers)</a:t>
            </a:r>
          </a:p>
          <a:p>
            <a:r>
              <a:rPr lang="en-GB" dirty="0"/>
              <a:t>Construction of a workshop for the construction of improved fishing boats </a:t>
            </a:r>
          </a:p>
          <a:p>
            <a:r>
              <a:rPr lang="en-GB" dirty="0"/>
              <a:t>Build a manufacturing unit for essential fishing materials (nets, mooring lines, cables, hooks, etc.)</a:t>
            </a:r>
          </a:p>
          <a:p>
            <a:pPr lvl="0"/>
            <a:r>
              <a:rPr lang="en-GB" dirty="0"/>
              <a:t>Development of official food storage and preparation hygiene rules Development of road networks between fishing ports and markets and investment in refrigerated vehicles for safe fish transport.</a:t>
            </a:r>
          </a:p>
          <a:p>
            <a:pPr lvl="0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3BF82E-432B-CBB8-1A09-2D36FF8D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424" y="1855543"/>
            <a:ext cx="3019733" cy="402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6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7CB1-8F06-F571-26CA-06981ED4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65F6-183C-90BA-48FA-9ED506E0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adaptation recommendations – protection of fish species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E5F3204D-1342-E7F8-F650-9376B9BBB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BCD9D-2CFE-C09C-4EE3-F12139C4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AA5F94-6008-1F3B-9BE4-3C32A5942D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A08FD4-5584-8ABF-FA61-DA3CE574119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F92B15-07B4-7CB8-1A1D-746EB3CC52C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CBDE9D8-8857-9F65-C30E-4E9B53F008B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C6222AE-B9FE-4286-6184-DF67B709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452241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Further development and enforcement of marine protected areas (MPAs).</a:t>
            </a:r>
          </a:p>
          <a:p>
            <a:r>
              <a:rPr lang="en-GB" dirty="0"/>
              <a:t>Responsible use of moored fish aggregating devices (FADs).</a:t>
            </a:r>
          </a:p>
          <a:p>
            <a:r>
              <a:rPr lang="en-GB" dirty="0"/>
              <a:t>Regulatory framework to avoid over-fishing:</a:t>
            </a:r>
          </a:p>
          <a:p>
            <a:pPr lvl="1"/>
            <a:r>
              <a:rPr lang="en-GB" dirty="0"/>
              <a:t>Returning juveniles</a:t>
            </a:r>
          </a:p>
          <a:p>
            <a:pPr lvl="1"/>
            <a:r>
              <a:rPr lang="en-GB" dirty="0"/>
              <a:t>Use of unweighted purse seine fishing methods</a:t>
            </a:r>
          </a:p>
          <a:p>
            <a:pPr lvl="1"/>
            <a:r>
              <a:rPr lang="en-GB" dirty="0"/>
              <a:t>Catch limits</a:t>
            </a:r>
          </a:p>
          <a:p>
            <a:pPr lvl="1"/>
            <a:r>
              <a:rPr lang="en-GB" dirty="0"/>
              <a:t>Limits on number of fishing vessels</a:t>
            </a:r>
          </a:p>
          <a:p>
            <a:pPr lvl="1"/>
            <a:endParaRPr lang="en-GB" dirty="0"/>
          </a:p>
          <a:p>
            <a:pPr lvl="0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map of the island of sao tome and principe&#10;&#10;AI-generated content may be incorrect.">
            <a:extLst>
              <a:ext uri="{FF2B5EF4-FFF2-40B4-BE49-F238E27FC236}">
                <a16:creationId xmlns:a16="http://schemas.microsoft.com/office/drawing/2014/main" id="{7D361A0B-9546-2193-0077-672B0CBB6F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451" y="1990478"/>
            <a:ext cx="5068718" cy="35889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997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352A-2634-3562-A09A-4FB4B4D1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E6F6-022C-D801-1638-5A500899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and fisheries adaptation recommendations – sports fishing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5E277D45-E7AA-5E07-D687-BEE5C08F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3851B-CD58-CE20-8E81-3BF14A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6F0F37-8CC1-23AF-3A94-79651DAB901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0D7234-5031-99F1-974E-2AE0E752C0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466DB0-65D0-B50C-59A9-1F6FCB3F656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577E05-CE3D-545A-D862-AF5560E9913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32747D-3ED9-2308-DC4B-BF0EBC64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452241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GB" dirty="0"/>
              <a:t>Creation of sport fishing zones based on existing ecological studies</a:t>
            </a:r>
          </a:p>
          <a:p>
            <a:pPr lvl="0"/>
            <a:r>
              <a:rPr lang="en-GB" dirty="0"/>
              <a:t>Compulsory licenses for amateur and sport fishing</a:t>
            </a:r>
          </a:p>
          <a:p>
            <a:pPr lvl="0"/>
            <a:r>
              <a:rPr lang="en-GB" dirty="0"/>
              <a:t>Respect for the closed season (breeding seasons)</a:t>
            </a:r>
          </a:p>
          <a:p>
            <a:pPr lvl="0"/>
            <a:r>
              <a:rPr lang="en-GB" dirty="0"/>
              <a:t>Catch limits and minimum sizes</a:t>
            </a:r>
          </a:p>
          <a:p>
            <a:pPr lvl="0"/>
            <a:r>
              <a:rPr lang="en-GB" dirty="0"/>
              <a:t>Prohibition of fishing endangered species</a:t>
            </a:r>
          </a:p>
          <a:p>
            <a:pPr lvl="0"/>
            <a:r>
              <a:rPr lang="en-GB" dirty="0"/>
              <a:t>Recording of catches and shipments</a:t>
            </a:r>
          </a:p>
          <a:p>
            <a:pPr lvl="0"/>
            <a:r>
              <a:rPr lang="en-GB" dirty="0"/>
              <a:t>Require certified guides and safe, seaworthy vessels. </a:t>
            </a:r>
          </a:p>
          <a:p>
            <a:pPr lvl="0"/>
            <a:r>
              <a:rPr lang="en-GB" dirty="0"/>
              <a:t>Environmental and maritime inspection.</a:t>
            </a:r>
          </a:p>
          <a:p>
            <a:pPr lvl="1"/>
            <a:endParaRPr lang="en-GB" dirty="0"/>
          </a:p>
          <a:p>
            <a:pPr lvl="0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Yellowfin Tuna - Species Guide">
            <a:extLst>
              <a:ext uri="{FF2B5EF4-FFF2-40B4-BE49-F238E27FC236}">
                <a16:creationId xmlns:a16="http://schemas.microsoft.com/office/drawing/2014/main" id="{212BE09D-7D1E-B49D-C2B8-8C82301C3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4"/>
          <a:stretch>
            <a:fillRect/>
          </a:stretch>
        </p:blipFill>
        <p:spPr bwMode="auto">
          <a:xfrm>
            <a:off x="7128387" y="2169339"/>
            <a:ext cx="4341343" cy="351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30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5532-6683-13E3-C265-43BA25C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93C80A-C674-1DBB-5305-06A8E4C7EF58}"/>
              </a:ext>
            </a:extLst>
          </p:cNvPr>
          <p:cNvGrpSpPr/>
          <p:nvPr/>
        </p:nvGrpSpPr>
        <p:grpSpPr>
          <a:xfrm>
            <a:off x="-14068" y="-21659"/>
            <a:ext cx="12393386" cy="1611307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DE89E6-8A6E-EC4E-E986-BBD249F52F1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B3FB0-E509-4B22-624E-E9AC14B7624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2">
            <a:extLst>
              <a:ext uri="{FF2B5EF4-FFF2-40B4-BE49-F238E27FC236}">
                <a16:creationId xmlns:a16="http://schemas.microsoft.com/office/drawing/2014/main" id="{A9C56575-D07C-0F96-5881-6F5315AF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185" y="2401145"/>
            <a:ext cx="4852615" cy="2376264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  <a:b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15" name="Picture 1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865D44C-B4FB-6C0B-0C76-196F08DB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14" y="3087558"/>
            <a:ext cx="4385396" cy="100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customXml/itemProps3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560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Office Theme</vt:lpstr>
      <vt:lpstr>Climate change and climate change impacts on São Tomé and Príncipe with a focus on fishery and tourism sectors in a Blue Economy context Sao Tome and Principe, November/December 2025</vt:lpstr>
      <vt:lpstr>Summary of report findings</vt:lpstr>
      <vt:lpstr>Tourism adaptation recommendations – coastal erosion</vt:lpstr>
      <vt:lpstr>Tourism adaptation recommendations – eco-tourism</vt:lpstr>
      <vt:lpstr>Tourism adaptation recommendations – eco-tourism</vt:lpstr>
      <vt:lpstr>Fisheries adaptation recommendations – infrastructure</vt:lpstr>
      <vt:lpstr>Fisheries adaptation recommendations – protection of fish species</vt:lpstr>
      <vt:lpstr>Tourism and fisheries adaptation recommendations – sports fishing</vt:lpstr>
      <vt:lpstr>Merci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Greenrod, Samuel (OCBD)</cp:lastModifiedBy>
  <cp:revision>20</cp:revision>
  <dcterms:created xsi:type="dcterms:W3CDTF">2022-11-03T10:54:55Z</dcterms:created>
  <dcterms:modified xsi:type="dcterms:W3CDTF">2025-11-18T08:39:19Z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