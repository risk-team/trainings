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78" r:id="rId5"/>
    <p:sldId id="261" r:id="rId6"/>
    <p:sldId id="279" r:id="rId7"/>
    <p:sldId id="280" r:id="rId8"/>
    <p:sldId id="281" r:id="rId9"/>
    <p:sldId id="31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  <p188:author id="{B92A83A0-5420-7D65-113B-0531AF5D4A77}" name="Katharpi, Jirlyne (OCBD)" initials="JK" userId="S::Jirlyne.Katharpi@fao.org::c4442e1d-5bb9-41de-8209-ba4679697c4a" providerId="AD"/>
  <p188:author id="{4E006FF0-B7A9-ACA9-7106-93C4C12DE256}" name="Valat, Nadine (OCB)" initials="NV" userId="S::Nadine.Valat@fao.org::0a159672-55d1-4730-a53a-772adc9691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8D925-793F-447B-8BB0-F75EDE0268A2}" v="19" dt="2025-11-17T08:22:10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83" autoAdjust="0"/>
    <p:restoredTop sz="94658"/>
  </p:normalViewPr>
  <p:slideViewPr>
    <p:cSldViewPr snapToGrid="0">
      <p:cViewPr varScale="1">
        <p:scale>
          <a:sx n="108" d="100"/>
          <a:sy n="108" d="100"/>
        </p:scale>
        <p:origin x="22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54C49FCB-CE70-4530-A1A9-E0EA58CC5D69}"/>
    <pc:docChg chg="undo custSel addSld delSld modSld">
      <pc:chgData name="Greenrod, Samuel (OCBD)" userId="2206092a-8a12-487a-a963-cafe9a401430" providerId="ADAL" clId="{54C49FCB-CE70-4530-A1A9-E0EA58CC5D69}" dt="2025-11-17T08:48:27.960" v="299" actId="478"/>
      <pc:docMkLst>
        <pc:docMk/>
      </pc:docMkLst>
      <pc:sldChg chg="delSp mod">
        <pc:chgData name="Greenrod, Samuel (OCBD)" userId="2206092a-8a12-487a-a963-cafe9a401430" providerId="ADAL" clId="{54C49FCB-CE70-4530-A1A9-E0EA58CC5D69}" dt="2025-11-17T08:48:16.282" v="294" actId="478"/>
        <pc:sldMkLst>
          <pc:docMk/>
          <pc:sldMk cId="2766163668" sldId="261"/>
        </pc:sldMkLst>
        <pc:picChg chg="del">
          <ac:chgData name="Greenrod, Samuel (OCBD)" userId="2206092a-8a12-487a-a963-cafe9a401430" providerId="ADAL" clId="{54C49FCB-CE70-4530-A1A9-E0EA58CC5D69}" dt="2025-11-17T08:48:16.282" v="294" actId="478"/>
          <ac:picMkLst>
            <pc:docMk/>
            <pc:sldMk cId="2766163668" sldId="261"/>
            <ac:picMk id="4" creationId="{8826921F-4FE7-00C9-8D7F-C8B9E6F28BB7}"/>
          </ac:picMkLst>
        </pc:picChg>
      </pc:sldChg>
      <pc:sldChg chg="delSp mod">
        <pc:chgData name="Greenrod, Samuel (OCBD)" userId="2206092a-8a12-487a-a963-cafe9a401430" providerId="ADAL" clId="{54C49FCB-CE70-4530-A1A9-E0EA58CC5D69}" dt="2025-11-17T08:48:18.702" v="295" actId="478"/>
        <pc:sldMkLst>
          <pc:docMk/>
          <pc:sldMk cId="147372020" sldId="262"/>
        </pc:sldMkLst>
        <pc:picChg chg="del">
          <ac:chgData name="Greenrod, Samuel (OCBD)" userId="2206092a-8a12-487a-a963-cafe9a401430" providerId="ADAL" clId="{54C49FCB-CE70-4530-A1A9-E0EA58CC5D69}" dt="2025-11-17T08:48:18.702" v="295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1.549" v="27" actId="47"/>
        <pc:sldMkLst>
          <pc:docMk/>
          <pc:sldMk cId="949652993" sldId="264"/>
        </pc:sldMkLst>
      </pc:sldChg>
      <pc:sldChg chg="del">
        <pc:chgData name="Greenrod, Samuel (OCBD)" userId="2206092a-8a12-487a-a963-cafe9a401430" providerId="ADAL" clId="{54C49FCB-CE70-4530-A1A9-E0EA58CC5D69}" dt="2025-11-17T07:56:21.990" v="28" actId="47"/>
        <pc:sldMkLst>
          <pc:docMk/>
          <pc:sldMk cId="1624480387" sldId="265"/>
        </pc:sldMkLst>
      </pc:sldChg>
      <pc:sldChg chg="delSp mod">
        <pc:chgData name="Greenrod, Samuel (OCBD)" userId="2206092a-8a12-487a-a963-cafe9a401430" providerId="ADAL" clId="{54C49FCB-CE70-4530-A1A9-E0EA58CC5D69}" dt="2025-11-17T08:48:20.761" v="296" actId="478"/>
        <pc:sldMkLst>
          <pc:docMk/>
          <pc:sldMk cId="2578936741" sldId="271"/>
        </pc:sldMkLst>
        <pc:picChg chg="del">
          <ac:chgData name="Greenrod, Samuel (OCBD)" userId="2206092a-8a12-487a-a963-cafe9a401430" providerId="ADAL" clId="{54C49FCB-CE70-4530-A1A9-E0EA58CC5D69}" dt="2025-11-17T08:48:20.761" v="296" actId="478"/>
          <ac:picMkLst>
            <pc:docMk/>
            <pc:sldMk cId="2578936741" sldId="271"/>
            <ac:picMk id="4" creationId="{11486565-DD02-60CC-CB0C-56CE71528CD4}"/>
          </ac:picMkLst>
        </pc:picChg>
      </pc:sldChg>
      <pc:sldChg chg="del">
        <pc:chgData name="Greenrod, Samuel (OCBD)" userId="2206092a-8a12-487a-a963-cafe9a401430" providerId="ADAL" clId="{54C49FCB-CE70-4530-A1A9-E0EA58CC5D69}" dt="2025-11-17T07:56:23.585" v="29" actId="47"/>
        <pc:sldMkLst>
          <pc:docMk/>
          <pc:sldMk cId="3626862724" sldId="272"/>
        </pc:sldMkLst>
      </pc:sldChg>
      <pc:sldChg chg="del">
        <pc:chgData name="Greenrod, Samuel (OCBD)" userId="2206092a-8a12-487a-a963-cafe9a401430" providerId="ADAL" clId="{54C49FCB-CE70-4530-A1A9-E0EA58CC5D69}" dt="2025-11-17T07:56:23.819" v="30" actId="47"/>
        <pc:sldMkLst>
          <pc:docMk/>
          <pc:sldMk cId="1594676965" sldId="274"/>
        </pc:sldMkLst>
      </pc:sldChg>
      <pc:sldChg chg="del">
        <pc:chgData name="Greenrod, Samuel (OCBD)" userId="2206092a-8a12-487a-a963-cafe9a401430" providerId="ADAL" clId="{54C49FCB-CE70-4530-A1A9-E0EA58CC5D69}" dt="2025-11-17T07:56:25.115" v="31" actId="47"/>
        <pc:sldMkLst>
          <pc:docMk/>
          <pc:sldMk cId="1794463847" sldId="275"/>
        </pc:sldMkLst>
      </pc:sldChg>
      <pc:sldChg chg="del">
        <pc:chgData name="Greenrod, Samuel (OCBD)" userId="2206092a-8a12-487a-a963-cafe9a401430" providerId="ADAL" clId="{54C49FCB-CE70-4530-A1A9-E0EA58CC5D69}" dt="2025-11-17T07:56:25.497" v="32" actId="47"/>
        <pc:sldMkLst>
          <pc:docMk/>
          <pc:sldMk cId="3191509225" sldId="276"/>
        </pc:sldMkLst>
      </pc:sldChg>
      <pc:sldChg chg="del">
        <pc:chgData name="Greenrod, Samuel (OCBD)" userId="2206092a-8a12-487a-a963-cafe9a401430" providerId="ADAL" clId="{54C49FCB-CE70-4530-A1A9-E0EA58CC5D69}" dt="2025-11-17T07:56:20.249" v="26" actId="47"/>
        <pc:sldMkLst>
          <pc:docMk/>
          <pc:sldMk cId="572669901" sldId="280"/>
        </pc:sldMkLst>
      </pc:sldChg>
      <pc:sldChg chg="addSp delSp modSp mod">
        <pc:chgData name="Greenrod, Samuel (OCBD)" userId="2206092a-8a12-487a-a963-cafe9a401430" providerId="ADAL" clId="{54C49FCB-CE70-4530-A1A9-E0EA58CC5D69}" dt="2025-11-17T08:48:22.578" v="297" actId="478"/>
        <pc:sldMkLst>
          <pc:docMk/>
          <pc:sldMk cId="2011615651" sldId="281"/>
        </pc:sldMkLst>
        <pc:spChg chg="mod">
          <ac:chgData name="Greenrod, Samuel (OCBD)" userId="2206092a-8a12-487a-a963-cafe9a401430" providerId="ADAL" clId="{54C49FCB-CE70-4530-A1A9-E0EA58CC5D69}" dt="2025-11-17T08:03:57.454" v="71" actId="27636"/>
          <ac:spMkLst>
            <pc:docMk/>
            <pc:sldMk cId="2011615651" sldId="281"/>
            <ac:spMk id="3" creationId="{CA00AF49-CC44-25D9-3735-EF8C3DBD2D0F}"/>
          </ac:spMkLst>
        </pc:spChg>
        <pc:spChg chg="add mod">
          <ac:chgData name="Greenrod, Samuel (OCBD)" userId="2206092a-8a12-487a-a963-cafe9a401430" providerId="ADAL" clId="{54C49FCB-CE70-4530-A1A9-E0EA58CC5D69}" dt="2025-11-17T07:56:03.898" v="24" actId="113"/>
          <ac:spMkLst>
            <pc:docMk/>
            <pc:sldMk cId="2011615651" sldId="281"/>
            <ac:spMk id="13" creationId="{583A28C2-A26F-6AEF-A405-EFD1071BBBC3}"/>
          </ac:spMkLst>
        </pc:spChg>
        <pc:picChg chg="del">
          <ac:chgData name="Greenrod, Samuel (OCBD)" userId="2206092a-8a12-487a-a963-cafe9a401430" providerId="ADAL" clId="{54C49FCB-CE70-4530-A1A9-E0EA58CC5D69}" dt="2025-11-17T08:48:22.578" v="297" actId="478"/>
          <ac:picMkLst>
            <pc:docMk/>
            <pc:sldMk cId="2011615651" sldId="281"/>
            <ac:picMk id="4" creationId="{624E25BF-3146-3C97-7550-F3FD068C318C}"/>
          </ac:picMkLst>
        </pc:picChg>
        <pc:picChg chg="add del mod">
          <ac:chgData name="Greenrod, Samuel (OCBD)" userId="2206092a-8a12-487a-a963-cafe9a401430" providerId="ADAL" clId="{54C49FCB-CE70-4530-A1A9-E0EA58CC5D69}" dt="2025-11-17T07:54:06.673" v="5" actId="478"/>
          <ac:picMkLst>
            <pc:docMk/>
            <pc:sldMk cId="2011615651" sldId="281"/>
            <ac:picMk id="7" creationId="{87FEC22F-80D9-E74D-D583-996FE78300EA}"/>
          </ac:picMkLst>
        </pc:picChg>
        <pc:picChg chg="add mod">
          <ac:chgData name="Greenrod, Samuel (OCBD)" userId="2206092a-8a12-487a-a963-cafe9a401430" providerId="ADAL" clId="{54C49FCB-CE70-4530-A1A9-E0EA58CC5D69}" dt="2025-11-17T07:56:05.302" v="25" actId="1076"/>
          <ac:picMkLst>
            <pc:docMk/>
            <pc:sldMk cId="2011615651" sldId="281"/>
            <ac:picMk id="12" creationId="{415DF548-4296-243F-F7AD-D7BBD189587B}"/>
          </ac:picMkLst>
        </pc:picChg>
        <pc:picChg chg="del">
          <ac:chgData name="Greenrod, Samuel (OCBD)" userId="2206092a-8a12-487a-a963-cafe9a401430" providerId="ADAL" clId="{54C49FCB-CE70-4530-A1A9-E0EA58CC5D69}" dt="2025-11-17T07:55:18.005" v="7" actId="478"/>
          <ac:picMkLst>
            <pc:docMk/>
            <pc:sldMk cId="2011615651" sldId="281"/>
            <ac:picMk id="1026" creationId="{C6B48F5A-6657-21D2-C0C2-1F7FFA584A56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6.021" v="298" actId="478"/>
        <pc:sldMkLst>
          <pc:docMk/>
          <pc:sldMk cId="678195566" sldId="282"/>
        </pc:sldMkLst>
        <pc:spChg chg="mod">
          <ac:chgData name="Greenrod, Samuel (OCBD)" userId="2206092a-8a12-487a-a963-cafe9a401430" providerId="ADAL" clId="{54C49FCB-CE70-4530-A1A9-E0EA58CC5D69}" dt="2025-11-17T08:23:12.457" v="226" actId="20577"/>
          <ac:spMkLst>
            <pc:docMk/>
            <pc:sldMk cId="678195566" sldId="282"/>
            <ac:spMk id="2" creationId="{DFC6BEEC-2188-F867-43DB-F47FFD013174}"/>
          </ac:spMkLst>
        </pc:spChg>
        <pc:spChg chg="del">
          <ac:chgData name="Greenrod, Samuel (OCBD)" userId="2206092a-8a12-487a-a963-cafe9a401430" providerId="ADAL" clId="{54C49FCB-CE70-4530-A1A9-E0EA58CC5D69}" dt="2025-11-17T08:16:01.618" v="76" actId="478"/>
          <ac:spMkLst>
            <pc:docMk/>
            <pc:sldMk cId="678195566" sldId="282"/>
            <ac:spMk id="13" creationId="{4D53649F-826A-A1BD-DEA0-5B4CEE6DCDAA}"/>
          </ac:spMkLst>
        </pc:spChg>
        <pc:grpChg chg="add mod">
          <ac:chgData name="Greenrod, Samuel (OCBD)" userId="2206092a-8a12-487a-a963-cafe9a401430" providerId="ADAL" clId="{54C49FCB-CE70-4530-A1A9-E0EA58CC5D69}" dt="2025-11-17T08:20:41.839" v="122" actId="1076"/>
          <ac:grpSpMkLst>
            <pc:docMk/>
            <pc:sldMk cId="678195566" sldId="282"/>
            <ac:grpSpMk id="16" creationId="{885250F6-DF62-FCE2-81E4-949F51A4F186}"/>
          </ac:grpSpMkLst>
        </pc:grpChg>
        <pc:picChg chg="del">
          <ac:chgData name="Greenrod, Samuel (OCBD)" userId="2206092a-8a12-487a-a963-cafe9a401430" providerId="ADAL" clId="{54C49FCB-CE70-4530-A1A9-E0EA58CC5D69}" dt="2025-11-17T08:48:26.021" v="298" actId="478"/>
          <ac:picMkLst>
            <pc:docMk/>
            <pc:sldMk cId="678195566" sldId="282"/>
            <ac:picMk id="4" creationId="{57B4E25D-5DFD-6730-A208-4B9881972482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7" creationId="{7B7152C8-A687-4CE0-4C06-E0CE31385723}"/>
          </ac:picMkLst>
        </pc:picChg>
        <pc:picChg chg="add mod or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1" creationId="{4AC6E5C5-6BB9-E6C7-69CD-8AB8E84F541D}"/>
          </ac:picMkLst>
        </pc:picChg>
        <pc:picChg chg="del">
          <ac:chgData name="Greenrod, Samuel (OCBD)" userId="2206092a-8a12-487a-a963-cafe9a401430" providerId="ADAL" clId="{54C49FCB-CE70-4530-A1A9-E0EA58CC5D69}" dt="2025-11-17T08:16:00.801" v="75" actId="478"/>
          <ac:picMkLst>
            <pc:docMk/>
            <pc:sldMk cId="678195566" sldId="282"/>
            <ac:picMk id="12" creationId="{4BEF24AC-BFB5-55C0-5B51-8ABC92287567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4" creationId="{2F0057FA-0263-8823-C51F-89921A350926}"/>
          </ac:picMkLst>
        </pc:picChg>
        <pc:picChg chg="add mod modCrop">
          <ac:chgData name="Greenrod, Samuel (OCBD)" userId="2206092a-8a12-487a-a963-cafe9a401430" providerId="ADAL" clId="{54C49FCB-CE70-4530-A1A9-E0EA58CC5D69}" dt="2025-11-17T08:20:28.557" v="116" actId="164"/>
          <ac:picMkLst>
            <pc:docMk/>
            <pc:sldMk cId="678195566" sldId="282"/>
            <ac:picMk id="15" creationId="{12C60F36-1F90-86EB-B026-56D4C926D9FA}"/>
          </ac:picMkLst>
        </pc:picChg>
      </pc:sldChg>
      <pc:sldChg chg="addSp delSp modSp add mod">
        <pc:chgData name="Greenrod, Samuel (OCBD)" userId="2206092a-8a12-487a-a963-cafe9a401430" providerId="ADAL" clId="{54C49FCB-CE70-4530-A1A9-E0EA58CC5D69}" dt="2025-11-17T08:48:27.960" v="299" actId="478"/>
        <pc:sldMkLst>
          <pc:docMk/>
          <pc:sldMk cId="1216405978" sldId="283"/>
        </pc:sldMkLst>
        <pc:spChg chg="mod">
          <ac:chgData name="Greenrod, Samuel (OCBD)" userId="2206092a-8a12-487a-a963-cafe9a401430" providerId="ADAL" clId="{54C49FCB-CE70-4530-A1A9-E0EA58CC5D69}" dt="2025-11-17T08:23:22.360" v="276" actId="20577"/>
          <ac:spMkLst>
            <pc:docMk/>
            <pc:sldMk cId="1216405978" sldId="283"/>
            <ac:spMk id="2" creationId="{215C10F8-8770-8344-0577-1F11F2499CA8}"/>
          </ac:spMkLst>
        </pc:spChg>
        <pc:spChg chg="mod">
          <ac:chgData name="Greenrod, Samuel (OCBD)" userId="2206092a-8a12-487a-a963-cafe9a401430" providerId="ADAL" clId="{54C49FCB-CE70-4530-A1A9-E0EA58CC5D69}" dt="2025-11-17T08:23:28.345" v="293" actId="20577"/>
          <ac:spMkLst>
            <pc:docMk/>
            <pc:sldMk cId="1216405978" sldId="283"/>
            <ac:spMk id="3" creationId="{47B9E260-AD0F-9C4C-53DD-39538E4F83DE}"/>
          </ac:spMkLst>
        </pc:spChg>
        <pc:grpChg chg="del">
          <ac:chgData name="Greenrod, Samuel (OCBD)" userId="2206092a-8a12-487a-a963-cafe9a401430" providerId="ADAL" clId="{54C49FCB-CE70-4530-A1A9-E0EA58CC5D69}" dt="2025-11-17T08:21:08.628" v="130" actId="478"/>
          <ac:grpSpMkLst>
            <pc:docMk/>
            <pc:sldMk cId="1216405978" sldId="283"/>
            <ac:grpSpMk id="16" creationId="{6B7EFE0A-972F-FE23-4028-326AEFBCA30A}"/>
          </ac:grpSpMkLst>
        </pc:grpChg>
        <pc:picChg chg="del">
          <ac:chgData name="Greenrod, Samuel (OCBD)" userId="2206092a-8a12-487a-a963-cafe9a401430" providerId="ADAL" clId="{54C49FCB-CE70-4530-A1A9-E0EA58CC5D69}" dt="2025-11-17T08:48:27.960" v="299" actId="478"/>
          <ac:picMkLst>
            <pc:docMk/>
            <pc:sldMk cId="1216405978" sldId="283"/>
            <ac:picMk id="4" creationId="{4B7DBCC9-4A47-7C29-C24A-74C873C3A46A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2" creationId="{9AE2574A-E692-CF26-80FC-C0A15C10A4CA}"/>
          </ac:picMkLst>
        </pc:picChg>
        <pc:picChg chg="add mod or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3" creationId="{D0F08044-FE35-3897-954F-E756FFA425D0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7" creationId="{3934C56D-634D-6515-306C-F842E14C195D}"/>
          </ac:picMkLst>
        </pc:picChg>
        <pc:picChg chg="add mod modCrop">
          <ac:chgData name="Greenrod, Samuel (OCBD)" userId="2206092a-8a12-487a-a963-cafe9a401430" providerId="ADAL" clId="{54C49FCB-CE70-4530-A1A9-E0EA58CC5D69}" dt="2025-11-17T08:22:49.499" v="171" actId="1076"/>
          <ac:picMkLst>
            <pc:docMk/>
            <pc:sldMk cId="1216405978" sldId="283"/>
            <ac:picMk id="18" creationId="{4B4037E7-EFB5-E407-FE1A-CDCE04E2881A}"/>
          </ac:picMkLst>
        </pc:picChg>
      </pc:sldChg>
    </pc:docChg>
  </pc:docChgLst>
  <pc:docChgLst>
    <pc:chgData name="Greenrod, Samuel (OCBD)" userId="2206092a-8a12-487a-a963-cafe9a401430" providerId="ADAL" clId="{E3E79E2D-8612-4160-B288-21B9B925C666}"/>
    <pc:docChg chg="undo custSel addSld modSld">
      <pc:chgData name="Greenrod, Samuel (OCBD)" userId="2206092a-8a12-487a-a963-cafe9a401430" providerId="ADAL" clId="{E3E79E2D-8612-4160-B288-21B9B925C666}" dt="2025-11-12T18:30:16.026" v="1324" actId="20577"/>
      <pc:docMkLst>
        <pc:docMk/>
      </pc:docMkLst>
      <pc:sldChg chg="modSp mod">
        <pc:chgData name="Greenrod, Samuel (OCBD)" userId="2206092a-8a12-487a-a963-cafe9a401430" providerId="ADAL" clId="{E3E79E2D-8612-4160-B288-21B9B925C666}" dt="2025-11-12T16:14:03.582" v="39" actId="20577"/>
        <pc:sldMkLst>
          <pc:docMk/>
          <pc:sldMk cId="2766163668" sldId="261"/>
        </pc:sldMkLst>
        <pc:spChg chg="mod">
          <ac:chgData name="Greenrod, Samuel (OCBD)" userId="2206092a-8a12-487a-a963-cafe9a401430" providerId="ADAL" clId="{E3E79E2D-8612-4160-B288-21B9B925C666}" dt="2025-11-12T16:14:03.582" v="39" actId="20577"/>
          <ac:spMkLst>
            <pc:docMk/>
            <pc:sldMk cId="2766163668" sldId="261"/>
            <ac:spMk id="3" creationId="{4E3F9C69-A220-021D-6DCA-DB13628BC29F}"/>
          </ac:spMkLst>
        </pc:spChg>
      </pc:sldChg>
      <pc:sldChg chg="addSp delSp modSp mod">
        <pc:chgData name="Greenrod, Samuel (OCBD)" userId="2206092a-8a12-487a-a963-cafe9a401430" providerId="ADAL" clId="{E3E79E2D-8612-4160-B288-21B9B925C666}" dt="2025-11-12T16:23:13.446" v="511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E3E79E2D-8612-4160-B288-21B9B925C666}" dt="2025-11-12T16:14:13" v="69" actId="20577"/>
          <ac:spMkLst>
            <pc:docMk/>
            <pc:sldMk cId="147372020" sldId="262"/>
            <ac:spMk id="2" creationId="{E8639597-57ED-0A4B-54BB-C49E2BC6658E}"/>
          </ac:spMkLst>
        </pc:spChg>
        <pc:spChg chg="mod">
          <ac:chgData name="Greenrod, Samuel (OCBD)" userId="2206092a-8a12-487a-a963-cafe9a401430" providerId="ADAL" clId="{E3E79E2D-8612-4160-B288-21B9B925C666}" dt="2025-11-12T16:22:12.337" v="504" actId="27636"/>
          <ac:spMkLst>
            <pc:docMk/>
            <pc:sldMk cId="147372020" sldId="262"/>
            <ac:spMk id="3" creationId="{658F7D0B-3588-08B0-0049-708DBA68FA54}"/>
          </ac:spMkLst>
        </pc:spChg>
        <pc:spChg chg="add">
          <ac:chgData name="Greenrod, Samuel (OCBD)" userId="2206092a-8a12-487a-a963-cafe9a401430" providerId="ADAL" clId="{E3E79E2D-8612-4160-B288-21B9B925C666}" dt="2025-11-12T16:22:46.542" v="508"/>
          <ac:spMkLst>
            <pc:docMk/>
            <pc:sldMk cId="147372020" sldId="262"/>
            <ac:spMk id="11" creationId="{59CF9D43-43CA-D8E6-83D4-27A48D4A24CD}"/>
          </ac:spMkLst>
        </pc:spChg>
        <pc:picChg chg="mod">
          <ac:chgData name="Greenrod, Samuel (OCBD)" userId="2206092a-8a12-487a-a963-cafe9a401430" providerId="ADAL" clId="{E3E79E2D-8612-4160-B288-21B9B925C666}" dt="2025-11-12T16:22:16.471" v="507" actId="1076"/>
          <ac:picMkLst>
            <pc:docMk/>
            <pc:sldMk cId="147372020" sldId="262"/>
            <ac:picMk id="7" creationId="{D61BADDF-C5BC-0447-82E4-24C81F870AA9}"/>
          </ac:picMkLst>
        </pc:picChg>
        <pc:picChg chg="add mod">
          <ac:chgData name="Greenrod, Samuel (OCBD)" userId="2206092a-8a12-487a-a963-cafe9a401430" providerId="ADAL" clId="{E3E79E2D-8612-4160-B288-21B9B925C666}" dt="2025-11-12T16:23:13.446" v="511" actId="1076"/>
          <ac:picMkLst>
            <pc:docMk/>
            <pc:sldMk cId="147372020" sldId="262"/>
            <ac:picMk id="2052" creationId="{80CE6463-F610-8DAE-67CE-A3632DC44414}"/>
          </ac:picMkLst>
        </pc:picChg>
      </pc:sldChg>
      <pc:sldChg chg="addSp delSp modSp mod">
        <pc:chgData name="Greenrod, Samuel (OCBD)" userId="2206092a-8a12-487a-a963-cafe9a401430" providerId="ADAL" clId="{E3E79E2D-8612-4160-B288-21B9B925C666}" dt="2025-11-12T18:26:53.382" v="1277" actId="1076"/>
        <pc:sldMkLst>
          <pc:docMk/>
          <pc:sldMk cId="2578936741" sldId="271"/>
        </pc:sldMkLst>
        <pc:spChg chg="mod">
          <ac:chgData name="Greenrod, Samuel (OCBD)" userId="2206092a-8a12-487a-a963-cafe9a401430" providerId="ADAL" clId="{E3E79E2D-8612-4160-B288-21B9B925C666}" dt="2025-11-12T17:42:12.757" v="579"/>
          <ac:spMkLst>
            <pc:docMk/>
            <pc:sldMk cId="2578936741" sldId="271"/>
            <ac:spMk id="2" creationId="{28B30A41-F933-5C82-61A3-1B3C6F20B557}"/>
          </ac:spMkLst>
        </pc:spChg>
        <pc:spChg chg="mod">
          <ac:chgData name="Greenrod, Samuel (OCBD)" userId="2206092a-8a12-487a-a963-cafe9a401430" providerId="ADAL" clId="{E3E79E2D-8612-4160-B288-21B9B925C666}" dt="2025-11-12T18:26:49.291" v="1274" actId="27636"/>
          <ac:spMkLst>
            <pc:docMk/>
            <pc:sldMk cId="2578936741" sldId="271"/>
            <ac:spMk id="3" creationId="{00ECA1D0-D97E-0CD4-9A3F-D588798CFC2D}"/>
          </ac:spMkLst>
        </pc:spChg>
        <pc:picChg chg="add mod">
          <ac:chgData name="Greenrod, Samuel (OCBD)" userId="2206092a-8a12-487a-a963-cafe9a401430" providerId="ADAL" clId="{E3E79E2D-8612-4160-B288-21B9B925C666}" dt="2025-11-12T18:26:53.382" v="1277" actId="1076"/>
          <ac:picMkLst>
            <pc:docMk/>
            <pc:sldMk cId="2578936741" sldId="271"/>
            <ac:picMk id="1026" creationId="{F028766C-0F4A-1C6A-5A7D-A27BAB303371}"/>
          </ac:picMkLst>
        </pc:picChg>
      </pc:sldChg>
      <pc:sldChg chg="modSp mod">
        <pc:chgData name="Greenrod, Samuel (OCBD)" userId="2206092a-8a12-487a-a963-cafe9a401430" providerId="ADAL" clId="{E3E79E2D-8612-4160-B288-21B9B925C666}" dt="2025-11-12T16:13:37.458" v="37" actId="20577"/>
        <pc:sldMkLst>
          <pc:docMk/>
          <pc:sldMk cId="3596195578" sldId="278"/>
        </pc:sldMkLst>
        <pc:spChg chg="mod">
          <ac:chgData name="Greenrod, Samuel (OCBD)" userId="2206092a-8a12-487a-a963-cafe9a401430" providerId="ADAL" clId="{E3E79E2D-8612-4160-B288-21B9B925C666}" dt="2025-11-12T16:13:37.458" v="37" actId="20577"/>
          <ac:spMkLst>
            <pc:docMk/>
            <pc:sldMk cId="3596195578" sldId="278"/>
            <ac:spMk id="3" creationId="{B65361E7-4E15-CD6C-8E77-8F89B5B7D557}"/>
          </ac:spMkLst>
        </pc:spChg>
      </pc:sldChg>
      <pc:sldChg chg="modSp add mod">
        <pc:chgData name="Greenrod, Samuel (OCBD)" userId="2206092a-8a12-487a-a963-cafe9a401430" providerId="ADAL" clId="{E3E79E2D-8612-4160-B288-21B9B925C666}" dt="2025-11-12T18:30:16.026" v="1324" actId="20577"/>
        <pc:sldMkLst>
          <pc:docMk/>
          <pc:sldMk cId="2011615651" sldId="281"/>
        </pc:sldMkLst>
        <pc:spChg chg="mod">
          <ac:chgData name="Greenrod, Samuel (OCBD)" userId="2206092a-8a12-487a-a963-cafe9a401430" providerId="ADAL" clId="{E3E79E2D-8612-4160-B288-21B9B925C666}" dt="2025-11-12T18:27:03.127" v="1304" actId="20577"/>
          <ac:spMkLst>
            <pc:docMk/>
            <pc:sldMk cId="2011615651" sldId="281"/>
            <ac:spMk id="2" creationId="{B3B18A85-4BA1-8306-551E-E13EE80979A6}"/>
          </ac:spMkLst>
        </pc:spChg>
        <pc:spChg chg="mod">
          <ac:chgData name="Greenrod, Samuel (OCBD)" userId="2206092a-8a12-487a-a963-cafe9a401430" providerId="ADAL" clId="{E3E79E2D-8612-4160-B288-21B9B925C666}" dt="2025-11-12T18:30:16.026" v="1324" actId="20577"/>
          <ac:spMkLst>
            <pc:docMk/>
            <pc:sldMk cId="2011615651" sldId="281"/>
            <ac:spMk id="3" creationId="{CA00AF49-CC44-25D9-3735-EF8C3DBD2D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B1DDD-8229-2C4E-8910-A0E8F8BF9E17}" type="datetimeFigureOut">
              <a:rPr lang="en-IT" smtClean="0"/>
              <a:t>27/11/25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EB3D3-B3A3-294A-AD01-6523D7C99E7D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791047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amuel.greenrod@fao.org" TargetMode="External"/><Relationship Id="rId4" Type="http://schemas.openxmlformats.org/officeDocument/2006/relationships/hyperlink" Target="mailto:Riccardo.soldan@fao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70C0"/>
                </a:solidFill>
                <a:latin typeface="Arial"/>
                <a:cs typeface="Arial"/>
              </a:rPr>
              <a:t>Technical workshop for GCF project: </a:t>
            </a:r>
            <a:r>
              <a:rPr lang="en-GB" sz="2400" dirty="0">
                <a:solidFill>
                  <a:srgbClr val="0070C0"/>
                </a:solidFill>
                <a:latin typeface="Arial"/>
                <a:cs typeface="Arial"/>
              </a:rPr>
              <a:t>Climate change and climate change impacts on São Tomé and Príncipe with a focus on fishery and tourism sectors in a Blue Economy context</a:t>
            </a:r>
            <a:b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rgbClr val="0070C0"/>
                </a:solidFill>
                <a:latin typeface="Arial"/>
                <a:cs typeface="Arial"/>
              </a:rPr>
              <a:t>Sao Tome and Principe, November/December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Riscos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Ambientais</a:t>
            </a:r>
            <a:r>
              <a:rPr lang="it-IT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 e </a:t>
            </a:r>
            <a:r>
              <a:rPr lang="it-IT" b="1" cap="all" dirty="0" err="1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Sociais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Riccardo Soldan</a:t>
            </a: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62913-7D4F-4229-D5FF-FFFB8247A55B}"/>
              </a:ext>
            </a:extLst>
          </p:cNvPr>
          <p:cNvSpPr txBox="1"/>
          <p:nvPr/>
        </p:nvSpPr>
        <p:spPr>
          <a:xfrm>
            <a:off x="7044825" y="6581001"/>
            <a:ext cx="5147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Link to all materials: </a:t>
            </a:r>
            <a:r>
              <a:rPr lang="en-GB" sz="1200" dirty="0">
                <a:solidFill>
                  <a:srgbClr val="00B0F0"/>
                </a:solidFill>
              </a:rPr>
              <a:t>https://</a:t>
            </a:r>
            <a:r>
              <a:rPr lang="en-GB" sz="1200" dirty="0" err="1">
                <a:solidFill>
                  <a:srgbClr val="00B0F0"/>
                </a:solidFill>
              </a:rPr>
              <a:t>github.com</a:t>
            </a:r>
            <a:r>
              <a:rPr lang="en-GB" sz="1200" dirty="0">
                <a:solidFill>
                  <a:srgbClr val="00B0F0"/>
                </a:solidFill>
              </a:rPr>
              <a:t>/Risk-Team/trainings/tree/main/STP</a:t>
            </a:r>
            <a:endParaRPr lang="en-IT" sz="1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4627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atividades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projeto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gerar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ambientais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adversos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intencionais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CA5A076-44CE-A721-782C-0EB8A19BF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767768"/>
              </p:ext>
            </p:extLst>
          </p:nvPr>
        </p:nvGraphicFramePr>
        <p:xfrm>
          <a:off x="490848" y="1778226"/>
          <a:ext cx="11210304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768">
                  <a:extLst>
                    <a:ext uri="{9D8B030D-6E8A-4147-A177-3AD203B41FA5}">
                      <a16:colId xmlns:a16="http://schemas.microsoft.com/office/drawing/2014/main" val="2553605599"/>
                    </a:ext>
                  </a:extLst>
                </a:gridCol>
                <a:gridCol w="3736768">
                  <a:extLst>
                    <a:ext uri="{9D8B030D-6E8A-4147-A177-3AD203B41FA5}">
                      <a16:colId xmlns:a16="http://schemas.microsoft.com/office/drawing/2014/main" val="1070062796"/>
                    </a:ext>
                  </a:extLst>
                </a:gridCol>
                <a:gridCol w="3736768">
                  <a:extLst>
                    <a:ext uri="{9D8B030D-6E8A-4147-A177-3AD203B41FA5}">
                      <a16:colId xmlns:a16="http://schemas.microsoft.com/office/drawing/2014/main" val="1557882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Atividade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Principais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riscos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ambientais</a:t>
                      </a:r>
                      <a:r>
                        <a:rPr lang="en-GB" sz="1600" dirty="0"/>
                        <a:t> e </a:t>
                      </a:r>
                      <a:r>
                        <a:rPr lang="en-GB" sz="1600" dirty="0" err="1"/>
                        <a:t>sociais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potenciais</a:t>
                      </a:r>
                      <a:endParaRPr lang="en-GB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Exemplos de outros países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1859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Construção / melhoria de portos de pesca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Perda de manguezais e habitats costeiros; poluição crónica por combustíveis e resíduos; possível exclusão de pescadores artesanais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Gana – expansão de portos de pesca associada à perda de habitats e preocupações de pescadores artesanais.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6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Áreas Marinhas Protegidas / zonas de não-pesca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Perda temporária de acesso a zonas de pesca; deslocação do esforço pesqueiro; conflitos se não forem co-geridas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Madagáscar e Quénia – primeiras AMP impostas de forma centralizada causaram tensões; LMMAs co-geridas reduziram conflitos.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103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Obras de proteção costeira (diques, gabiões, quebra-mares) e dragagem de areia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Erosão a jusante; danos a recifes e pradarias marinhas devido à dragagem e turvação; perda de praias de nidificação de tartarugas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Gana/Benim &amp; Caribe – estruturas rígidas e “reenchimento” de praias agravaram erosão e afetaram recifes.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072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Ecoturismo e regulamentação de mergulho em recifes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Danos localizados aos corais se o uso não for controlado; exclusão de pequenos operadores locais; captura dos benefícios por poucos atores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 err="1"/>
                        <a:t>Tailândia</a:t>
                      </a:r>
                      <a:r>
                        <a:rPr lang="en-GB" sz="1600" dirty="0"/>
                        <a:t> (Maya Bay), Filipinas, Caribe – turismo de </a:t>
                      </a:r>
                      <a:r>
                        <a:rPr lang="en-GB" sz="1600" dirty="0" err="1"/>
                        <a:t>recifes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exigiu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limites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estritos</a:t>
                      </a:r>
                      <a:r>
                        <a:rPr lang="en-GB" sz="1600" dirty="0"/>
                        <a:t> e </a:t>
                      </a:r>
                      <a:r>
                        <a:rPr lang="en-GB" sz="1600" dirty="0" err="1"/>
                        <a:t>licenciamento</a:t>
                      </a:r>
                      <a:r>
                        <a:rPr lang="en-GB" sz="1600" dirty="0"/>
                        <a:t> </a:t>
                      </a:r>
                      <a:r>
                        <a:rPr lang="en-GB" sz="1600" dirty="0" err="1"/>
                        <a:t>justo</a:t>
                      </a:r>
                      <a:r>
                        <a:rPr lang="en-GB" sz="16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822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E040-30CB-6EAF-EED5-AD3EF8512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3559-DAA6-3E09-218E-2CA5A64D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41" y="602631"/>
            <a:ext cx="1123318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ambientais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afetar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AD6E54-FE8C-96A9-483B-14F66E91B136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F4F1FF-CF52-C6FA-F0BF-1DB7863449B6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764AEC3-20E8-83AE-3714-9C453D65221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C7C0043C-703F-BAC7-4D86-1D0E117BF2E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D8C9570D-C831-4ACC-3C4D-A432B5318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307" y="3078163"/>
            <a:ext cx="10097386" cy="277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8DDD3-567E-42C7-1855-9EB668112438}"/>
              </a:ext>
            </a:extLst>
          </p:cNvPr>
          <p:cNvSpPr txBox="1"/>
          <p:nvPr/>
        </p:nvSpPr>
        <p:spPr>
          <a:xfrm>
            <a:off x="4426900" y="2135780"/>
            <a:ext cx="3321870" cy="400110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Suspension of project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25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EBD4-434F-6B04-8FEF-4A950022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79DA1-53A6-8B79-C039-10F0C1FBF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41" y="602631"/>
            <a:ext cx="1123318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riscos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ambientais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sociais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afetar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B980D9-DAD7-3870-3EEC-8C8DC6DCB248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155E48F-586D-FCDC-1C70-A0D8C513F7A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6C07FA-825E-0B5F-9D1E-E371705BCCA9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A27BB9D1-FDD4-0E99-705D-6F2AC2382F56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E791616-FB13-A0F3-D351-B46307D3EC8D}"/>
              </a:ext>
            </a:extLst>
          </p:cNvPr>
          <p:cNvGrpSpPr/>
          <p:nvPr/>
        </p:nvGrpSpPr>
        <p:grpSpPr>
          <a:xfrm>
            <a:off x="5740024" y="1480263"/>
            <a:ext cx="6096000" cy="3603806"/>
            <a:chOff x="5500351" y="1873820"/>
            <a:chExt cx="6455682" cy="3921959"/>
          </a:xfrm>
        </p:grpSpPr>
        <p:pic>
          <p:nvPicPr>
            <p:cNvPr id="14" name="Picture 13" descr="A screenshot of a newspaper&#10;&#10;AI-generated content may be incorrect.">
              <a:extLst>
                <a:ext uri="{FF2B5EF4-FFF2-40B4-BE49-F238E27FC236}">
                  <a16:creationId xmlns:a16="http://schemas.microsoft.com/office/drawing/2014/main" id="{4BBDB809-556D-856E-4D66-ED5B6F989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5794" y="1873820"/>
              <a:ext cx="4940239" cy="3921959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accent1">
                  <a:shade val="15000"/>
                </a:schemeClr>
              </a:solidFill>
            </a:ln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34FB1B8-4230-68C4-18A6-41B2AECC6F5E}"/>
                </a:ext>
              </a:extLst>
            </p:cNvPr>
            <p:cNvSpPr txBox="1"/>
            <p:nvPr/>
          </p:nvSpPr>
          <p:spPr>
            <a:xfrm>
              <a:off x="5500351" y="3285358"/>
              <a:ext cx="1588546" cy="4019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AAEFF43-46E7-6A78-EA43-EC989F56AAC1}"/>
              </a:ext>
            </a:extLst>
          </p:cNvPr>
          <p:cNvGrpSpPr/>
          <p:nvPr/>
        </p:nvGrpSpPr>
        <p:grpSpPr>
          <a:xfrm>
            <a:off x="6369325" y="3995730"/>
            <a:ext cx="6268406" cy="2743316"/>
            <a:chOff x="5645410" y="3629722"/>
            <a:chExt cx="6813538" cy="289015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FE3C468-5836-8793-443F-9FC5064A6CDB}"/>
                </a:ext>
              </a:extLst>
            </p:cNvPr>
            <p:cNvSpPr txBox="1"/>
            <p:nvPr/>
          </p:nvSpPr>
          <p:spPr>
            <a:xfrm>
              <a:off x="10495333" y="6140143"/>
              <a:ext cx="196361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/>
                <a:t>Aug 2019</a:t>
              </a:r>
            </a:p>
          </p:txBody>
        </p:sp>
        <p:pic>
          <p:nvPicPr>
            <p:cNvPr id="18" name="Picture 17" descr="A screenshot of a newspaper&#10;&#10;AI-generated content may be incorrect.">
              <a:extLst>
                <a:ext uri="{FF2B5EF4-FFF2-40B4-BE49-F238E27FC236}">
                  <a16:creationId xmlns:a16="http://schemas.microsoft.com/office/drawing/2014/main" id="{CC0CAE1B-D370-8CAC-2111-0DA8A1DFD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26755" b="-251"/>
            <a:stretch>
              <a:fillRect/>
            </a:stretch>
          </p:blipFill>
          <p:spPr>
            <a:xfrm>
              <a:off x="5645410" y="3629722"/>
              <a:ext cx="5218281" cy="28901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>
                  <a:shade val="15000"/>
                </a:schemeClr>
              </a:solidFill>
            </a:ln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5634573-40AC-12EE-000D-2D73765DBF65}"/>
              </a:ext>
            </a:extLst>
          </p:cNvPr>
          <p:cNvSpPr txBox="1"/>
          <p:nvPr/>
        </p:nvSpPr>
        <p:spPr>
          <a:xfrm>
            <a:off x="520790" y="2069410"/>
            <a:ext cx="5567045" cy="707886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Complaints led to public campaigns that paused project and revised project activities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3752DC30-FDAB-6417-1EE0-E147F708B167}"/>
              </a:ext>
            </a:extLst>
          </p:cNvPr>
          <p:cNvSpPr txBox="1">
            <a:spLocks/>
          </p:cNvSpPr>
          <p:nvPr/>
        </p:nvSpPr>
        <p:spPr>
          <a:xfrm>
            <a:off x="323184" y="3146628"/>
            <a:ext cx="5947327" cy="379656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1219167" rtl="0" eaLnBrk="1" latinLnBrk="0" hangingPunct="1">
              <a:lnSpc>
                <a:spcPct val="90000"/>
              </a:lnSpc>
              <a:spcBef>
                <a:spcPts val="1333"/>
              </a:spcBef>
              <a:buFontTx/>
              <a:buNone/>
              <a:defRPr sz="2800" kern="120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376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0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3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28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2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295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79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62" indent="-304792" algn="l" defTabSz="1219167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Ridge to Reef, Myanmar (GEF funded)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Focused on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onservation  and sustainable use of the </a:t>
            </a: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marine</a:t>
            </a: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, coastal and  terrestrial resources.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1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It will demonstrate community  based natural resource management, participatory conservation area management and integrated  land use planning and management</a:t>
            </a: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 in line with a ridge to reef approach that connects terrestrial, coastal and marine resource management.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21M USD; signed in Dec 2017</a:t>
            </a:r>
          </a:p>
          <a:p>
            <a:pPr marL="363538" indent="-363538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Complaint received in Sept 2018</a:t>
            </a:r>
            <a:b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50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706A4-8D71-3CC7-FA69-7964C8418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2A25-DE2A-9088-1A6C-F2458001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641" y="602631"/>
            <a:ext cx="11233188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Mecanismo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Reclamações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(GRM) e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3B98EE-730E-3CA2-1C82-4CA5F3D17A1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23DDA68-3BE1-EEF7-047F-FDA22D9F2D0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EB9A1BA-5305-CE9C-96F7-5C4CED154A0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8941FF3-7025-2872-0BAB-ACEEEF2A197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5">
            <a:extLst>
              <a:ext uri="{FF2B5EF4-FFF2-40B4-BE49-F238E27FC236}">
                <a16:creationId xmlns:a16="http://schemas.microsoft.com/office/drawing/2014/main" id="{1BBDC46E-C453-B437-EF70-E034F3280B2C}"/>
              </a:ext>
            </a:extLst>
          </p:cNvPr>
          <p:cNvSpPr txBox="1"/>
          <p:nvPr/>
        </p:nvSpPr>
        <p:spPr>
          <a:xfrm>
            <a:off x="493767" y="2187341"/>
            <a:ext cx="10475908" cy="1619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/>
              <a:t>Um </a:t>
            </a:r>
            <a:r>
              <a:rPr lang="en-GB" b="1" dirty="0" err="1"/>
              <a:t>Mecanismo</a:t>
            </a:r>
            <a:r>
              <a:rPr lang="en-GB" b="1" dirty="0"/>
              <a:t> de </a:t>
            </a:r>
            <a:r>
              <a:rPr lang="en-GB" b="1" dirty="0" err="1"/>
              <a:t>Reclamações</a:t>
            </a:r>
            <a:r>
              <a:rPr lang="en-GB" b="1" dirty="0"/>
              <a:t> (GRM) </a:t>
            </a:r>
            <a:r>
              <a:rPr lang="en-GB" dirty="0" err="1"/>
              <a:t>permite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as partes </a:t>
            </a:r>
            <a:r>
              <a:rPr lang="en-GB" dirty="0" err="1"/>
              <a:t>interessadas</a:t>
            </a:r>
            <a:r>
              <a:rPr lang="en-GB" dirty="0"/>
              <a:t> do </a:t>
            </a:r>
            <a:r>
              <a:rPr lang="en-GB" dirty="0" err="1"/>
              <a:t>projeto</a:t>
            </a:r>
            <a:r>
              <a:rPr lang="en-GB" dirty="0"/>
              <a:t> </a:t>
            </a:r>
            <a:r>
              <a:rPr lang="en-GB" dirty="0" err="1"/>
              <a:t>expressem</a:t>
            </a:r>
            <a:r>
              <a:rPr lang="en-GB" dirty="0"/>
              <a:t> </a:t>
            </a:r>
            <a:r>
              <a:rPr lang="en-GB" dirty="0" err="1"/>
              <a:t>preocupações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queixas</a:t>
            </a:r>
            <a:r>
              <a:rPr lang="en-GB" dirty="0"/>
              <a:t> e </a:t>
            </a:r>
            <a:r>
              <a:rPr lang="en-GB" dirty="0" err="1"/>
              <a:t>identifiquem</a:t>
            </a:r>
            <a:r>
              <a:rPr lang="en-GB" dirty="0"/>
              <a:t> </a:t>
            </a:r>
            <a:r>
              <a:rPr lang="en-GB" dirty="0" err="1"/>
              <a:t>uma</a:t>
            </a:r>
            <a:r>
              <a:rPr lang="en-GB" dirty="0"/>
              <a:t> </a:t>
            </a:r>
            <a:r>
              <a:rPr lang="en-GB" dirty="0" err="1"/>
              <a:t>solução</a:t>
            </a:r>
            <a:r>
              <a:rPr lang="en-GB" dirty="0"/>
              <a:t> </a:t>
            </a:r>
            <a:r>
              <a:rPr lang="en-GB" dirty="0" err="1"/>
              <a:t>aceitável</a:t>
            </a:r>
            <a:r>
              <a:rPr lang="en-GB" dirty="0"/>
              <a:t> para </a:t>
            </a:r>
            <a:r>
              <a:rPr lang="en-GB" dirty="0" err="1"/>
              <a:t>todas</a:t>
            </a:r>
            <a:r>
              <a:rPr lang="en-GB" dirty="0"/>
              <a:t> as partes </a:t>
            </a:r>
            <a:r>
              <a:rPr lang="en-GB" dirty="0" err="1"/>
              <a:t>dentro</a:t>
            </a:r>
            <a:r>
              <a:rPr lang="en-GB" dirty="0"/>
              <a:t> de um </a:t>
            </a:r>
            <a:r>
              <a:rPr lang="en-GB" dirty="0" err="1"/>
              <a:t>prazo</a:t>
            </a:r>
            <a:r>
              <a:rPr lang="en-GB" dirty="0"/>
              <a:t> </a:t>
            </a:r>
            <a:r>
              <a:rPr lang="en-GB" dirty="0" err="1"/>
              <a:t>razoável</a:t>
            </a:r>
            <a:r>
              <a:rPr lang="en-GB" dirty="0"/>
              <a:t>. O </a:t>
            </a:r>
            <a:r>
              <a:rPr lang="en-GB" dirty="0" err="1"/>
              <a:t>processo</a:t>
            </a:r>
            <a:r>
              <a:rPr lang="en-GB" dirty="0"/>
              <a:t> </a:t>
            </a:r>
            <a:r>
              <a:rPr lang="en-GB" dirty="0" err="1"/>
              <a:t>pode</a:t>
            </a:r>
            <a:r>
              <a:rPr lang="en-GB" dirty="0"/>
              <a:t> </a:t>
            </a:r>
            <a:r>
              <a:rPr lang="en-GB" dirty="0" err="1"/>
              <a:t>incluir</a:t>
            </a:r>
            <a:r>
              <a:rPr lang="en-GB" dirty="0"/>
              <a:t> </a:t>
            </a:r>
            <a:r>
              <a:rPr lang="en-GB" dirty="0" err="1"/>
              <a:t>diálogo</a:t>
            </a:r>
            <a:r>
              <a:rPr lang="en-GB" dirty="0"/>
              <a:t>, </a:t>
            </a:r>
            <a:r>
              <a:rPr lang="en-GB" dirty="0" err="1"/>
              <a:t>verificação</a:t>
            </a:r>
            <a:r>
              <a:rPr lang="en-GB" dirty="0"/>
              <a:t> </a:t>
            </a:r>
            <a:r>
              <a:rPr lang="en-GB" dirty="0" err="1"/>
              <a:t>conjunta</a:t>
            </a:r>
            <a:r>
              <a:rPr lang="en-GB" dirty="0"/>
              <a:t> de </a:t>
            </a:r>
            <a:r>
              <a:rPr lang="en-GB" dirty="0" err="1"/>
              <a:t>fatos</a:t>
            </a:r>
            <a:r>
              <a:rPr lang="en-GB" dirty="0"/>
              <a:t>, </a:t>
            </a:r>
            <a:r>
              <a:rPr lang="en-GB" dirty="0" err="1"/>
              <a:t>negociação</a:t>
            </a:r>
            <a:r>
              <a:rPr lang="en-GB" dirty="0"/>
              <a:t> e </a:t>
            </a:r>
            <a:r>
              <a:rPr lang="en-GB" dirty="0" err="1"/>
              <a:t>resolução</a:t>
            </a:r>
            <a:r>
              <a:rPr lang="en-GB" dirty="0"/>
              <a:t> de </a:t>
            </a:r>
            <a:r>
              <a:rPr lang="en-GB" dirty="0" err="1"/>
              <a:t>problemas</a:t>
            </a:r>
            <a:r>
              <a:rPr lang="en-GB" dirty="0"/>
              <a:t>.</a:t>
            </a:r>
            <a:endParaRPr sz="1800" dirty="0">
              <a:solidFill>
                <a:srgbClr val="003A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328BA013-34DB-A120-86E5-FA15305B5183}"/>
              </a:ext>
            </a:extLst>
          </p:cNvPr>
          <p:cNvSpPr txBox="1"/>
          <p:nvPr/>
        </p:nvSpPr>
        <p:spPr>
          <a:xfrm>
            <a:off x="493767" y="4159460"/>
            <a:ext cx="8875864" cy="788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003A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spc="1260" dirty="0">
                <a:solidFill>
                  <a:srgbClr val="003A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/>
              <a:t>O GRM </a:t>
            </a:r>
            <a:r>
              <a:rPr lang="en-GB" dirty="0" err="1"/>
              <a:t>garante</a:t>
            </a:r>
            <a:r>
              <a:rPr lang="en-GB" dirty="0"/>
              <a:t> </a:t>
            </a:r>
            <a:r>
              <a:rPr lang="en-GB" dirty="0" err="1"/>
              <a:t>transparência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o </a:t>
            </a:r>
            <a:r>
              <a:rPr lang="en-GB" dirty="0" err="1"/>
              <a:t>procedimento</a:t>
            </a:r>
            <a:r>
              <a:rPr lang="en-GB" dirty="0"/>
              <a:t> de </a:t>
            </a:r>
            <a:r>
              <a:rPr lang="en-GB" dirty="0" err="1"/>
              <a:t>reclamações</a:t>
            </a:r>
            <a:r>
              <a:rPr lang="en-GB" dirty="0"/>
              <a:t>, a </a:t>
            </a:r>
            <a:r>
              <a:rPr lang="en-GB" dirty="0" err="1"/>
              <a:t>estrutura</a:t>
            </a:r>
            <a:r>
              <a:rPr lang="en-GB" dirty="0"/>
              <a:t> de </a:t>
            </a:r>
            <a:r>
              <a:rPr lang="en-GB" dirty="0" err="1"/>
              <a:t>governação</a:t>
            </a:r>
            <a:r>
              <a:rPr lang="en-GB" dirty="0"/>
              <a:t> e </a:t>
            </a:r>
            <a:r>
              <a:rPr lang="en-GB" dirty="0" err="1"/>
              <a:t>os</a:t>
            </a:r>
            <a:r>
              <a:rPr lang="en-GB" dirty="0"/>
              <a:t> </a:t>
            </a:r>
            <a:r>
              <a:rPr lang="en-GB" dirty="0" err="1"/>
              <a:t>responsáveis</a:t>
            </a:r>
            <a:r>
              <a:rPr lang="en-GB" dirty="0"/>
              <a:t> pela </a:t>
            </a:r>
            <a:r>
              <a:rPr lang="en-GB" dirty="0" err="1"/>
              <a:t>tomada</a:t>
            </a:r>
            <a:r>
              <a:rPr lang="en-GB" dirty="0"/>
              <a:t> de </a:t>
            </a:r>
            <a:r>
              <a:rPr lang="en-GB" dirty="0" err="1"/>
              <a:t>decisões</a:t>
            </a:r>
            <a:r>
              <a:rPr lang="en-GB" dirty="0"/>
              <a:t>.</a:t>
            </a:r>
            <a:endParaRPr dirty="0">
              <a:solidFill>
                <a:srgbClr val="003A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B6546B52-B076-8F30-1DAB-C5677065D5EC}"/>
              </a:ext>
            </a:extLst>
          </p:cNvPr>
          <p:cNvSpPr txBox="1"/>
          <p:nvPr/>
        </p:nvSpPr>
        <p:spPr>
          <a:xfrm>
            <a:off x="540800" y="5300582"/>
            <a:ext cx="10381841" cy="788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</a:t>
            </a:r>
            <a:r>
              <a:rPr spc="126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rgbClr val="FF0000"/>
                </a:solidFill>
              </a:rPr>
              <a:t>Todas</a:t>
            </a:r>
            <a:r>
              <a:rPr lang="en-GB" dirty="0">
                <a:solidFill>
                  <a:srgbClr val="FF0000"/>
                </a:solidFill>
              </a:rPr>
              <a:t> as </a:t>
            </a:r>
            <a:r>
              <a:rPr lang="en-GB" dirty="0" err="1">
                <a:solidFill>
                  <a:srgbClr val="FF0000"/>
                </a:solidFill>
              </a:rPr>
              <a:t>representações</a:t>
            </a:r>
            <a:r>
              <a:rPr lang="en-GB" dirty="0">
                <a:solidFill>
                  <a:srgbClr val="FF0000"/>
                </a:solidFill>
              </a:rPr>
              <a:t> da FAO </a:t>
            </a:r>
            <a:r>
              <a:rPr lang="en-GB" dirty="0" err="1"/>
              <a:t>devem</a:t>
            </a:r>
            <a:r>
              <a:rPr lang="en-GB" dirty="0"/>
              <a:t> </a:t>
            </a:r>
            <a:r>
              <a:rPr lang="en-GB" dirty="0" err="1"/>
              <a:t>estabelecer</a:t>
            </a:r>
            <a:r>
              <a:rPr lang="en-GB" dirty="0"/>
              <a:t> </a:t>
            </a:r>
            <a:r>
              <a:rPr lang="en-GB" dirty="0" err="1"/>
              <a:t>canais</a:t>
            </a:r>
            <a:r>
              <a:rPr lang="en-GB" dirty="0"/>
              <a:t> </a:t>
            </a:r>
            <a:r>
              <a:rPr lang="en-GB" dirty="0" err="1"/>
              <a:t>dedicados</a:t>
            </a:r>
            <a:r>
              <a:rPr lang="en-GB" dirty="0"/>
              <a:t> para </a:t>
            </a:r>
            <a:r>
              <a:rPr lang="en-GB" dirty="0" err="1"/>
              <a:t>receber</a:t>
            </a:r>
            <a:r>
              <a:rPr lang="en-GB" dirty="0"/>
              <a:t> </a:t>
            </a:r>
            <a:r>
              <a:rPr lang="en-GB" dirty="0" err="1"/>
              <a:t>reclamações</a:t>
            </a:r>
            <a:r>
              <a:rPr lang="en-GB" dirty="0"/>
              <a:t> (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telefone</a:t>
            </a:r>
            <a:r>
              <a:rPr lang="en-GB" dirty="0"/>
              <a:t>, </a:t>
            </a:r>
            <a:r>
              <a:rPr lang="en-GB" dirty="0" err="1"/>
              <a:t>linha</a:t>
            </a:r>
            <a:r>
              <a:rPr lang="en-GB" dirty="0"/>
              <a:t> </a:t>
            </a:r>
            <a:r>
              <a:rPr lang="en-GB" dirty="0" err="1"/>
              <a:t>direta</a:t>
            </a:r>
            <a:r>
              <a:rPr lang="en-GB" dirty="0"/>
              <a:t>, e-mail, </a:t>
            </a:r>
            <a:r>
              <a:rPr lang="en-GB" dirty="0" err="1"/>
              <a:t>endereço</a:t>
            </a:r>
            <a:r>
              <a:rPr lang="en-GB" dirty="0"/>
              <a:t> </a:t>
            </a:r>
            <a:r>
              <a:rPr lang="en-GB" dirty="0" err="1"/>
              <a:t>físico</a:t>
            </a:r>
            <a:r>
              <a:rPr lang="en-GB" dirty="0"/>
              <a:t> </a:t>
            </a:r>
            <a:r>
              <a:rPr lang="en-GB" dirty="0" err="1"/>
              <a:t>ou</a:t>
            </a:r>
            <a:r>
              <a:rPr lang="en-GB" dirty="0"/>
              <a:t> </a:t>
            </a:r>
            <a:r>
              <a:rPr lang="en-GB" dirty="0" err="1"/>
              <a:t>caixa</a:t>
            </a:r>
            <a:r>
              <a:rPr lang="en-GB" dirty="0"/>
              <a:t> de </a:t>
            </a:r>
            <a:r>
              <a:rPr lang="en-GB" dirty="0" err="1"/>
              <a:t>sugestões</a:t>
            </a:r>
            <a:r>
              <a:rPr lang="en-GB" dirty="0"/>
              <a:t>, WhatsApp).</a:t>
            </a:r>
            <a:endParaRPr dirty="0">
              <a:solidFill>
                <a:srgbClr val="003A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2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9CBB6-6A2A-CB83-839C-9473E87C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A61ABA3C-C515-0ADF-1608-E11F5899F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02C31CB-87B5-448A-2B3C-435DDBA456FD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88E30-3C1B-6FF7-A029-92CAB5F6CCFA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FDBC5-6BC8-8F86-8B82-1253232F3A4D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7C11CF-0AA0-E1D8-DA1A-2D4A57292803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3D38FBFE-8B80-483D-95FD-17D3D31CC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50C397A-2313-EACE-260D-1658C32F79DD}"/>
              </a:ext>
            </a:extLst>
          </p:cNvPr>
          <p:cNvSpPr/>
          <p:nvPr/>
        </p:nvSpPr>
        <p:spPr>
          <a:xfrm>
            <a:off x="-16329" y="1653121"/>
            <a:ext cx="4814471" cy="5204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/>
              <a:t>Riccardo Soldan</a:t>
            </a:r>
          </a:p>
          <a:p>
            <a:pPr algn="ctr"/>
            <a:r>
              <a:rPr lang="en-GB" dirty="0">
                <a:hlinkClick r:id="rId4"/>
              </a:rPr>
              <a:t>R</a:t>
            </a:r>
            <a:r>
              <a:rPr lang="en-IT" dirty="0">
                <a:hlinkClick r:id="rId4"/>
              </a:rPr>
              <a:t>iccardo.soldan@fao.org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r>
              <a:rPr lang="en-IT" dirty="0"/>
              <a:t>Samuel Greenrod</a:t>
            </a:r>
          </a:p>
          <a:p>
            <a:pPr algn="ctr"/>
            <a:r>
              <a:rPr lang="en-IT" dirty="0">
                <a:hlinkClick r:id="rId5"/>
              </a:rPr>
              <a:t>Samuel.greenrod@fao.org</a:t>
            </a:r>
            <a:endParaRPr lang="en-IT" dirty="0"/>
          </a:p>
          <a:p>
            <a:pPr algn="ctr"/>
            <a:endParaRPr lang="en-IT" dirty="0"/>
          </a:p>
          <a:p>
            <a:pPr algn="ctr"/>
            <a:endParaRPr lang="en-IT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085E60-58CD-F158-8415-7C637F5B5DCA}"/>
              </a:ext>
            </a:extLst>
          </p:cNvPr>
          <p:cNvSpPr/>
          <p:nvPr/>
        </p:nvSpPr>
        <p:spPr>
          <a:xfrm>
            <a:off x="6384471" y="3626097"/>
            <a:ext cx="35666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GB" sz="5400" b="1" cap="none" spc="0" dirty="0">
                <a:ln/>
                <a:solidFill>
                  <a:schemeClr val="accent4"/>
                </a:solidFill>
                <a:effectLst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8669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500CC7CC11694381E56D15BD009ABF" ma:contentTypeVersion="17" ma:contentTypeDescription="Create a new document." ma:contentTypeScope="" ma:versionID="5bde0183fae20f930619151b743545d5">
  <xsd:schema xmlns:xsd="http://www.w3.org/2001/XMLSchema" xmlns:xs="http://www.w3.org/2001/XMLSchema" xmlns:p="http://schemas.microsoft.com/office/2006/metadata/properties" xmlns:ns2="c0caafef-fd22-48d0-85dc-526f5aa604f6" xmlns:ns3="cc7ce8ca-8f52-44ec-9496-3c41d0f5ad18" targetNamespace="http://schemas.microsoft.com/office/2006/metadata/properties" ma:root="true" ma:fieldsID="b93acc077f3eeba91a697f445d89f976" ns2:_="" ns3:_="">
    <xsd:import namespace="c0caafef-fd22-48d0-85dc-526f5aa604f6"/>
    <xsd:import namespace="cc7ce8ca-8f52-44ec-9496-3c41d0f5ad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caafef-fd22-48d0-85dc-526f5aa604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40eee1e-ad38-437e-be40-fc9f033adc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ce8ca-8f52-44ec-9496-3c41d0f5ad1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5dfeec75-c9d3-4c39-ba02-38eb92d5f92d}" ma:internalName="TaxCatchAll" ma:showField="CatchAllData" ma:web="cc7ce8ca-8f52-44ec-9496-3c41d0f5ad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caafef-fd22-48d0-85dc-526f5aa604f6">
      <Terms xmlns="http://schemas.microsoft.com/office/infopath/2007/PartnerControls"/>
    </lcf76f155ced4ddcb4097134ff3c332f>
    <TaxCatchAll xmlns="cc7ce8ca-8f52-44ec-9496-3c41d0f5ad18" xsi:nil="true"/>
  </documentManagement>
</p:properties>
</file>

<file path=customXml/itemProps1.xml><?xml version="1.0" encoding="utf-8"?>
<ds:datastoreItem xmlns:ds="http://schemas.openxmlformats.org/officeDocument/2006/customXml" ds:itemID="{F8E82391-0565-41E9-9127-B1DFEFCF65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caafef-fd22-48d0-85dc-526f5aa604f6"/>
    <ds:schemaRef ds:uri="cc7ce8ca-8f52-44ec-9496-3c41d0f5ad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3DF9AB-00FC-46DB-A5D6-293E8DE993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17CF73B-06D3-4F9B-955D-0740B08863BD}">
  <ds:schemaRefs>
    <ds:schemaRef ds:uri="http://schemas.microsoft.com/office/2006/metadata/properties"/>
    <ds:schemaRef ds:uri="http://schemas.microsoft.com/office/infopath/2007/PartnerControls"/>
    <ds:schemaRef ds:uri="c0caafef-fd22-48d0-85dc-526f5aa604f6"/>
    <ds:schemaRef ds:uri="cc7ce8ca-8f52-44ec-9496-3c41d0f5ad1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543</Words>
  <Application>Microsoft Macintosh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Office Theme</vt:lpstr>
      <vt:lpstr>Technical workshop for GCF project: Climate change and climate change impacts on São Tomé and Príncipe with a focus on fishery and tourism sectors in a Blue Economy context Sao Tome and Principe, November/December 2025</vt:lpstr>
      <vt:lpstr>As atividades do projeto podem gerar impactos ambientais e sociais adversos não intencionais</vt:lpstr>
      <vt:lpstr>Como os riscos ambientais e sociais podem afetar a implementação?</vt:lpstr>
      <vt:lpstr>Como os riscos ambientais e sociais podem afetar a implementação?</vt:lpstr>
      <vt:lpstr>O que é um Mecanismo de Reclamações (GRM) e por que é importante?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Soldan, Riccardo (OCBD)</cp:lastModifiedBy>
  <cp:revision>36</cp:revision>
  <dcterms:created xsi:type="dcterms:W3CDTF">2025-11-12T15:08:01Z</dcterms:created>
  <dcterms:modified xsi:type="dcterms:W3CDTF">2025-11-27T12:18:56Z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0x01010072500CC7CC11694381E56D15BD009ABF</vt:lpwstr>
  </property>
</Properties>
</file>