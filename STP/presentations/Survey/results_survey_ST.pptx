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  <p:sldId id="256" r:id="rId3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40"/>
    <p:restoredTop sz="94658"/>
  </p:normalViewPr>
  <p:slideViewPr>
    <p:cSldViewPr snapToGrid="0">
      <p:cViewPr>
        <p:scale>
          <a:sx n="90" d="100"/>
          <a:sy n="90" d="100"/>
        </p:scale>
        <p:origin x="480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12490-5F93-5087-1947-577CC1E739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9F2E93-1B9A-82FB-570B-2EB4EDEAC7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5C199-83F8-04EB-3236-2C7B8D2AA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1D719-0215-B1DC-2135-73AFE239B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F661B-ABB0-BC2B-A53F-C7EDDA1BF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61448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E1F14-6A94-9608-BDE2-6CA27A92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E5042-9BF0-7FDD-1952-5DC5B0884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DEF8F-82C2-314E-19DC-14E127ED0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D9BA3-6023-6499-982D-78DEC77F1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A4BC65-13A8-ABAE-B30F-81EFF6C21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5665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E833-AC08-F184-3C34-F784C9780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6F66B-F0F9-4970-82B7-631836BAA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9513E-C942-5B4A-3AB3-2855C0D63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C29AA-AF09-BF5C-D597-6615A14CE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97F11-0440-1396-495F-4B336E53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640867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606A-C9A2-8EA9-AA5B-057AF9FA4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B7912-6B8B-B7F7-94BE-34644BCA49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FE1CA9-DBF3-D895-A911-29CC52195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29E3F3-20C9-83E7-BECA-89AA4564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5DEF30-0082-19C0-2A09-2324E762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055C5-89F5-87C3-0F30-A2AEFA73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3393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662A9-4ED6-BE61-B566-F44579461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9C9C6-F880-9497-E4D3-843D70EAB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4E837-FCB5-AF1B-D3DF-7BED451B3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8F2429-3F52-1792-F4FD-DDA317029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3D3FDA-8111-277D-B27F-5B82628F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35F807-A32A-2BFF-AD08-2EBC7B9FD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3CA996-65FC-C776-6395-F509A0D9D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24F8FF-2EBD-6849-0F44-6DC72FD26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19528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B53DB-9EAB-883C-9570-3E6EE9F54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819E5E-75D2-EA82-E369-B9FF0A5A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81128F-32EF-D62F-4713-C4A260B2E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B52FD7-AAA4-A2AC-C380-C9E8E1638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61682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90AD46-55E4-52C5-7D56-21781101E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1BF9D6-31D1-DD24-E2F2-A50E74C06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8D2F2-DE5D-5B17-9738-43E106C5E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26022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32423-0E54-4577-3A1B-418791116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76E96-DBDE-ACFF-A997-A9B535E57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9B733B-36DC-A870-FD9A-DC47DB188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6002-A65E-0858-7D15-B081FE6C1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DFA195-68F1-6FB4-1C53-22A5F9E33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9A1BA-F3CB-E0A0-CC39-B8CAD460E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88894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3380-2316-7E49-29BE-1B4B581BF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771F58-E558-4F75-E5B9-D5C3BD4CD8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DD59F-30C8-9746-B8C3-D8AE0630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538C06-B1FA-586A-31B2-CBA0239C3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94832-E8F0-E6CE-C432-15F037385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5FF9A0-4FD5-CF2B-3FC8-75BBD9925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17210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61751-8FF7-3C75-CF9A-8A814D74A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8BE9AC-9340-4123-CB6B-A6837C3D6A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3712F-D3D8-5A7C-59D6-8A4A4F89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5E24F-3930-2A6B-1124-8ED1AAB29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CBE0A-6B3A-BE7D-92D5-A96B13198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523385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04F9EB-2435-A5D8-7EBB-59796BC0F3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29012B-35C0-5B8F-A8DE-27532DA6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76104-A1F6-F8CD-ED71-65ADAB29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A8E06-3BF1-8647-D8D1-3BA2D30C8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B58F1-7F3D-DCB6-973C-30F719073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4168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91103E-5CB6-62B6-E105-ADE6A2D0E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E1033-B870-E0F5-6B4A-68E2DA61A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42CFC-463C-AB36-19E2-96097D0396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E01112-262A-2648-A829-0A10B0E34E16}" type="datetimeFigureOut">
              <a:rPr lang="en-IT" smtClean="0"/>
              <a:t>01/12/25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DD340-8115-4825-682C-0E0955A53E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16857-2DD4-4FEC-A1F9-758B31FC0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05281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Resultados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preliminares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da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pesquisa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activity&#10;&#10;AI-generated content may be incorrect.">
            <a:extLst>
              <a:ext uri="{FF2B5EF4-FFF2-40B4-BE49-F238E27FC236}">
                <a16:creationId xmlns:a16="http://schemas.microsoft.com/office/drawing/2014/main" id="{75053E95-F0F5-6A7F-A940-B1BF647DD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1" y="0"/>
            <a:ext cx="570431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FF9606-8124-ECBC-461A-02DDD0789D6D}"/>
              </a:ext>
            </a:extLst>
          </p:cNvPr>
          <p:cNvSpPr txBox="1"/>
          <p:nvPr/>
        </p:nvSpPr>
        <p:spPr>
          <a:xfrm>
            <a:off x="6836735" y="818707"/>
            <a:ext cx="4380614" cy="64633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ctivity_14=</a:t>
            </a:r>
            <a:r>
              <a:rPr lang="en-GB" dirty="0" err="1"/>
              <a:t>construção</a:t>
            </a:r>
            <a:r>
              <a:rPr lang="en-GB" dirty="0"/>
              <a:t> de </a:t>
            </a:r>
            <a:r>
              <a:rPr lang="en-GB" dirty="0" err="1"/>
              <a:t>valas</a:t>
            </a:r>
            <a:r>
              <a:rPr lang="en-GB" dirty="0"/>
              <a:t> de </a:t>
            </a:r>
            <a:r>
              <a:rPr lang="en-GB" dirty="0" err="1"/>
              <a:t>drenagem</a:t>
            </a:r>
            <a:r>
              <a:rPr lang="en-GB" dirty="0"/>
              <a:t> e </a:t>
            </a:r>
            <a:r>
              <a:rPr lang="en-GB" dirty="0" err="1"/>
              <a:t>reservatórios</a:t>
            </a:r>
            <a:r>
              <a:rPr lang="en-GB" dirty="0"/>
              <a:t> de </a:t>
            </a:r>
            <a:r>
              <a:rPr lang="en-GB" dirty="0" err="1"/>
              <a:t>água</a:t>
            </a:r>
            <a:endParaRPr lang="en-IT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0E026B-3537-673E-F061-E6B26389F7AD}"/>
              </a:ext>
            </a:extLst>
          </p:cNvPr>
          <p:cNvSpPr txBox="1"/>
          <p:nvPr/>
        </p:nvSpPr>
        <p:spPr>
          <a:xfrm>
            <a:off x="6836735" y="1633716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ctivity_11=</a:t>
            </a:r>
            <a:r>
              <a:rPr lang="en-GB" dirty="0" err="1"/>
              <a:t>Estabelecimento</a:t>
            </a:r>
            <a:r>
              <a:rPr lang="en-GB" dirty="0"/>
              <a:t> de um Sistema de </a:t>
            </a:r>
            <a:r>
              <a:rPr lang="en-GB" dirty="0" err="1"/>
              <a:t>Alerta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A639-F2B0-DB0F-367A-43E418182B2B}"/>
              </a:ext>
            </a:extLst>
          </p:cNvPr>
          <p:cNvSpPr txBox="1"/>
          <p:nvPr/>
        </p:nvSpPr>
        <p:spPr>
          <a:xfrm>
            <a:off x="6836735" y="278266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ctivity_6=</a:t>
            </a:r>
            <a:r>
              <a:rPr lang="en-GB" dirty="0" err="1"/>
              <a:t>Estabelecimento</a:t>
            </a:r>
            <a:r>
              <a:rPr lang="en-GB" dirty="0"/>
              <a:t> e </a:t>
            </a:r>
            <a:r>
              <a:rPr lang="en-GB" dirty="0" err="1"/>
              <a:t>Fiscalização</a:t>
            </a:r>
            <a:r>
              <a:rPr lang="en-GB" dirty="0"/>
              <a:t> de </a:t>
            </a:r>
            <a:r>
              <a:rPr lang="en-GB" dirty="0" err="1"/>
              <a:t>Áreas</a:t>
            </a:r>
            <a:r>
              <a:rPr lang="en-GB" dirty="0"/>
              <a:t> </a:t>
            </a:r>
            <a:r>
              <a:rPr lang="en-GB" dirty="0" err="1"/>
              <a:t>Marinhas</a:t>
            </a:r>
            <a:r>
              <a:rPr lang="en-GB" dirty="0"/>
              <a:t> </a:t>
            </a:r>
            <a:r>
              <a:rPr lang="en-GB" dirty="0" err="1"/>
              <a:t>Protegidas</a:t>
            </a:r>
            <a:endParaRPr lang="en-IT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CBC91C-6340-C728-8FBC-27DE4C8ED113}"/>
              </a:ext>
            </a:extLst>
          </p:cNvPr>
          <p:cNvSpPr txBox="1"/>
          <p:nvPr/>
        </p:nvSpPr>
        <p:spPr>
          <a:xfrm>
            <a:off x="6836735" y="373019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ctivity_8=</a:t>
            </a:r>
            <a:r>
              <a:rPr lang="en-GB" dirty="0" err="1"/>
              <a:t>Estrutura</a:t>
            </a:r>
            <a:r>
              <a:rPr lang="en-GB" dirty="0"/>
              <a:t> </a:t>
            </a:r>
            <a:r>
              <a:rPr lang="en-GB" dirty="0" err="1"/>
              <a:t>regulatória</a:t>
            </a:r>
            <a:r>
              <a:rPr lang="en-GB" dirty="0"/>
              <a:t> para </a:t>
            </a:r>
            <a:r>
              <a:rPr lang="en-GB" dirty="0" err="1"/>
              <a:t>evitar</a:t>
            </a:r>
            <a:r>
              <a:rPr lang="en-GB" dirty="0"/>
              <a:t> a </a:t>
            </a:r>
            <a:r>
              <a:rPr lang="en-GB" dirty="0" err="1"/>
              <a:t>sobrepesca</a:t>
            </a:r>
            <a:endParaRPr lang="en-IT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FF4275-C236-65AE-4195-D05110126B03}"/>
              </a:ext>
            </a:extLst>
          </p:cNvPr>
          <p:cNvSpPr txBox="1"/>
          <p:nvPr/>
        </p:nvSpPr>
        <p:spPr>
          <a:xfrm>
            <a:off x="6836735" y="467772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ctivity_3=</a:t>
            </a:r>
            <a:r>
              <a:rPr lang="en-GB" dirty="0" err="1"/>
              <a:t>Construção</a:t>
            </a:r>
            <a:r>
              <a:rPr lang="en-GB" dirty="0"/>
              <a:t> de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oficina</a:t>
            </a:r>
            <a:r>
              <a:rPr lang="en-GB" dirty="0"/>
              <a:t> para </a:t>
            </a:r>
            <a:r>
              <a:rPr lang="en-GB" dirty="0" err="1"/>
              <a:t>barcos</a:t>
            </a:r>
            <a:r>
              <a:rPr lang="en-GB" dirty="0"/>
              <a:t> de </a:t>
            </a:r>
            <a:r>
              <a:rPr lang="en-GB" dirty="0" err="1"/>
              <a:t>pesca</a:t>
            </a:r>
            <a:endParaRPr lang="en-IT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1D2A94-7E2D-0460-FD4D-F50168418155}"/>
              </a:ext>
            </a:extLst>
          </p:cNvPr>
          <p:cNvSpPr txBox="1"/>
          <p:nvPr/>
        </p:nvSpPr>
        <p:spPr>
          <a:xfrm>
            <a:off x="6836735" y="5625259"/>
            <a:ext cx="4380614" cy="92333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ctivity_2=</a:t>
            </a:r>
            <a:r>
              <a:rPr lang="en-GB" dirty="0" err="1"/>
              <a:t>Construção</a:t>
            </a:r>
            <a:r>
              <a:rPr lang="en-GB" dirty="0"/>
              <a:t> de mercados </a:t>
            </a:r>
            <a:r>
              <a:rPr lang="en-GB" dirty="0" err="1"/>
              <a:t>varejistas</a:t>
            </a:r>
            <a:r>
              <a:rPr lang="en-GB" dirty="0"/>
              <a:t> com </a:t>
            </a:r>
            <a:r>
              <a:rPr lang="en-GB" dirty="0" err="1"/>
              <a:t>armazenamento</a:t>
            </a:r>
            <a:r>
              <a:rPr lang="en-GB" dirty="0"/>
              <a:t> </a:t>
            </a:r>
            <a:r>
              <a:rPr lang="en-GB" dirty="0" err="1"/>
              <a:t>refrigerado</a:t>
            </a:r>
            <a:r>
              <a:rPr lang="en-GB" dirty="0"/>
              <a:t> e </a:t>
            </a:r>
            <a:r>
              <a:rPr lang="en-GB" dirty="0" err="1"/>
              <a:t>higiene</a:t>
            </a:r>
            <a:r>
              <a:rPr lang="en-GB" dirty="0"/>
              <a:t> de </a:t>
            </a:r>
            <a:r>
              <a:rPr lang="en-GB" dirty="0" err="1"/>
              <a:t>preparação</a:t>
            </a:r>
            <a:endParaRPr lang="en-IT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F12CFC-CF51-E138-282D-902011D9068F}"/>
              </a:ext>
            </a:extLst>
          </p:cNvPr>
          <p:cNvSpPr txBox="1"/>
          <p:nvPr/>
        </p:nvSpPr>
        <p:spPr>
          <a:xfrm>
            <a:off x="5791200" y="1034150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465866-5D18-2D95-D817-7F579435038B}"/>
              </a:ext>
            </a:extLst>
          </p:cNvPr>
          <p:cNvSpPr txBox="1"/>
          <p:nvPr/>
        </p:nvSpPr>
        <p:spPr>
          <a:xfrm>
            <a:off x="4982819" y="4979214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7036C4-101E-D4E5-5250-3D8E42AE24DC}"/>
              </a:ext>
            </a:extLst>
          </p:cNvPr>
          <p:cNvSpPr txBox="1"/>
          <p:nvPr/>
        </p:nvSpPr>
        <p:spPr>
          <a:xfrm>
            <a:off x="5657986" y="1987659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7CB221-7072-8A4A-C930-A9586B0E7776}"/>
              </a:ext>
            </a:extLst>
          </p:cNvPr>
          <p:cNvSpPr txBox="1"/>
          <p:nvPr/>
        </p:nvSpPr>
        <p:spPr>
          <a:xfrm>
            <a:off x="5657985" y="2421503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988017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126</Words>
  <Application>Microsoft Macintosh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Georgia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Soldan, Riccardo (OCBD)</dc:creator>
  <cp:lastModifiedBy>Soldan, Riccardo (OCBD)</cp:lastModifiedBy>
  <cp:revision>1</cp:revision>
  <dcterms:created xsi:type="dcterms:W3CDTF">2025-12-01T15:58:53Z</dcterms:created>
  <dcterms:modified xsi:type="dcterms:W3CDTF">2025-12-01T16:10:45Z</dcterms:modified>
</cp:coreProperties>
</file>