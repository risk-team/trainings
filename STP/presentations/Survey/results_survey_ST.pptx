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56" r:id="rId3"/>
    <p:sldId id="280" r:id="rId4"/>
    <p:sldId id="279" r:id="rId5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/>
    <p:restoredTop sz="94658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2490-5F93-5087-1947-577CC1E73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F2E93-1B9A-82FB-570B-2EB4EDEAC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5C199-83F8-04EB-3236-2C7B8D2A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1D719-0215-B1DC-2135-73AFE239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F661B-ABB0-BC2B-A53F-C7EDDA1B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6144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1F14-6A94-9608-BDE2-6CA27A92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E5042-9BF0-7FDD-1952-5DC5B088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DEF8F-82C2-314E-19DC-14E127ED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D9BA3-6023-6499-982D-78DEC77F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4BC65-13A8-ABAE-B30F-81EFF6C2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566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E833-AC08-F184-3C34-F784C978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6F66B-F0F9-4970-82B7-631836BA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9513E-C942-5B4A-3AB3-2855C0D63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C29AA-AF09-BF5C-D597-6615A14C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97F11-0440-1396-495F-4B336E53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4086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606A-C9A2-8EA9-AA5B-057AF9FA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B7912-6B8B-B7F7-94BE-34644BCA4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E1CA9-DBF3-D895-A911-29CC52195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9E3F3-20C9-83E7-BECA-89AA4564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DEF30-0082-19C0-2A09-2324E762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055C5-89F5-87C3-0F30-A2AEFA73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39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62A9-4ED6-BE61-B566-F44579461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9C9C6-F880-9497-E4D3-843D70EAB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4E837-FCB5-AF1B-D3DF-7BED451B3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F2429-3F52-1792-F4FD-DDA317029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D3FDA-8111-277D-B27F-5B82628FB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5F807-A32A-2BFF-AD08-2EBC7B9F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CA996-65FC-C776-6395-F509A0D9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4F8FF-2EBD-6849-0F44-6DC72FD2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1952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53DB-9EAB-883C-9570-3E6EE9F5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19E5E-75D2-EA82-E369-B9FF0A5A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1128F-32EF-D62F-4713-C4A260B2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52FD7-AAA4-A2AC-C380-C9E8E163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6168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0AD46-55E4-52C5-7D56-21781101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BF9D6-31D1-DD24-E2F2-A50E74C0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8D2F2-DE5D-5B17-9738-43E106C5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2602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2423-0E54-4577-3A1B-41879111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76E96-DBDE-ACFF-A997-A9B535E57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B733B-36DC-A870-FD9A-DC47DB188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6002-A65E-0858-7D15-B081FE6C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FA195-68F1-6FB4-1C53-22A5F9E3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9A1BA-F3CB-E0A0-CC39-B8CAD460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8889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3380-2316-7E49-29BE-1B4B581B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71F58-E558-4F75-E5B9-D5C3BD4CD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DD59F-30C8-9746-B8C3-D8AE0630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38C06-B1FA-586A-31B2-CBA0239C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94832-E8F0-E6CE-C432-15F03738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FF9A0-4FD5-CF2B-3FC8-75BBD992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1721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1751-8FF7-3C75-CF9A-8A814D74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BE9AC-9340-4123-CB6B-A6837C3D6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3712F-D3D8-5A7C-59D6-8A4A4F89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5E24F-3930-2A6B-1124-8ED1AAB2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CBE0A-6B3A-BE7D-92D5-A96B1319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33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04F9EB-2435-A5D8-7EBB-59796BC0F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9012B-35C0-5B8F-A8DE-27532DA6D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76104-A1F6-F8CD-ED71-65ADAB29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A8E06-3BF1-8647-D8D1-3BA2D30C8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58F1-7F3D-DCB6-973C-30F71907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4168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1103E-5CB6-62B6-E105-ADE6A2D0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E1033-B870-E0F5-6B4A-68E2DA61A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42CFC-463C-AB36-19E2-96097D039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01112-262A-2648-A829-0A10B0E34E16}" type="datetimeFigureOut">
              <a:rPr lang="en-IT" smtClean="0"/>
              <a:t>12/04/2025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DD340-8115-4825-682C-0E0955A53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16857-2DD4-4FEC-A1F9-758B31FC0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99ECF-CD62-0947-8171-D70ADC6E70E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0528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Resultados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preliminares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da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pesquisa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en Sao Tome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of activity&#10;&#10;AI-generated content may be incorrect.">
            <a:extLst>
              <a:ext uri="{FF2B5EF4-FFF2-40B4-BE49-F238E27FC236}">
                <a16:creationId xmlns:a16="http://schemas.microsoft.com/office/drawing/2014/main" id="{75053E95-F0F5-6A7F-A940-B1BF647D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1" y="0"/>
            <a:ext cx="570431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6E914C-33E9-591B-E8E3-3C27080C7157}"/>
              </a:ext>
            </a:extLst>
          </p:cNvPr>
          <p:cNvSpPr txBox="1"/>
          <p:nvPr/>
        </p:nvSpPr>
        <p:spPr>
          <a:xfrm>
            <a:off x="6753331" y="603262"/>
            <a:ext cx="4742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13/18 sugestões de adaptação &gt; média 4</a:t>
            </a:r>
          </a:p>
          <a:p>
            <a:r>
              <a:rPr lang="pt-BR" dirty="0"/>
              <a:t>
Categoria mais popular: Defesas costeiras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33363-88B0-505B-D61A-BCDC5ECDE887}"/>
              </a:ext>
            </a:extLst>
          </p:cNvPr>
          <p:cNvSpPr txBox="1"/>
          <p:nvPr/>
        </p:nvSpPr>
        <p:spPr>
          <a:xfrm>
            <a:off x="6753331" y="1987659"/>
            <a:ext cx="51547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Sugestões mais populares: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Construção de valas de drenagem e reservatórios de água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Estabelecimento de um sistema de alerta climático sobre o estado do mar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Desenvolvimento e fiscalização de áreas marinhas protegidas</a:t>
            </a:r>
          </a:p>
          <a:p>
            <a:endParaRPr lang="pt-BR" dirty="0"/>
          </a:p>
          <a:p>
            <a:r>
              <a:rPr lang="pt-BR" dirty="0"/>
              <a:t>Menos popular:</a:t>
            </a:r>
          </a:p>
          <a:p>
            <a:pPr marL="342900" indent="-342900">
              <a:buAutoNum type="arabicPeriod"/>
            </a:pPr>
            <a:r>
              <a:rPr lang="pt-BR" dirty="0"/>
              <a:t>Uso responsável de dispositivos de agregação de peixes ancorados (FADs).</a:t>
            </a:r>
          </a:p>
          <a:p>
            <a:pPr marL="342900" indent="-342900">
              <a:buAutoNum type="arabicPeriod"/>
            </a:pPr>
            <a:r>
              <a:rPr lang="pt-BR" dirty="0"/>
              <a:t>Quadro regulatório para evitar a sobrepesca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801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017E-DF66-3D4F-C161-8DE47401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057C-77CF-80BF-5A32-77009A25C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3D261-DF07-5B94-E9A1-8968C8253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Resultados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preliminares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da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pesquisa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en principe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372E88D-1B46-D082-6AED-F68C60010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7B9592-4CED-5E33-8CCB-DC536A2D637B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BC31CBB-3EEB-93F2-E9FB-6FC1D0280434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57BF19-37E9-680C-AF50-5344BFD10A39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61345D-9161-5261-7884-FA5F5737A2FF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675AB8-12D1-57B6-AFE9-C1521B09BC42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8BA912-805A-5A7A-FE9C-85EF808BD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20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9D29-F733-D925-7D34-0B1826AF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E9C13ED-C276-2315-A87F-187BCFA6D2B7}"/>
              </a:ext>
            </a:extLst>
          </p:cNvPr>
          <p:cNvSpPr txBox="1"/>
          <p:nvPr/>
        </p:nvSpPr>
        <p:spPr>
          <a:xfrm>
            <a:off x="4982819" y="4979214"/>
            <a:ext cx="80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3200" dirty="0"/>
              <a:t>*</a:t>
            </a:r>
          </a:p>
        </p:txBody>
      </p:sp>
      <p:pic>
        <p:nvPicPr>
          <p:cNvPr id="3" name="Picture 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9DE576E-4CDE-4378-F7AB-11EB32713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2" y="0"/>
            <a:ext cx="570431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389583-441A-7546-8845-CC07A2E77E98}"/>
              </a:ext>
            </a:extLst>
          </p:cNvPr>
          <p:cNvSpPr txBox="1"/>
          <p:nvPr/>
        </p:nvSpPr>
        <p:spPr>
          <a:xfrm>
            <a:off x="6753331" y="1987659"/>
            <a:ext cx="51547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Sugestões mais populares: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Desenvolvimento e fiscalização de áreas marinhas protegidas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Construção de mercados de retalho com armazenamento refrigerado e regras de higiene de preparação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Criar zonas de expansão seguras para comunidades costeiras.</a:t>
            </a:r>
          </a:p>
          <a:p>
            <a:endParaRPr lang="pt-BR" dirty="0"/>
          </a:p>
          <a:p>
            <a:r>
              <a:rPr lang="pt-BR" dirty="0"/>
              <a:t>Menos popular: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Dragagem de areia para reparar praias erodidas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Uso responsável de dispositivos de agregação de peixes ancorados (FADs).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8F63F-CA30-8583-FA3E-AD131BF06E78}"/>
              </a:ext>
            </a:extLst>
          </p:cNvPr>
          <p:cNvSpPr txBox="1"/>
          <p:nvPr/>
        </p:nvSpPr>
        <p:spPr>
          <a:xfrm>
            <a:off x="6753331" y="603262"/>
            <a:ext cx="4742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14/18 sugestões de adaptação &gt; média 4</a:t>
            </a:r>
          </a:p>
          <a:p>
            <a:r>
              <a:rPr lang="pt-BR" dirty="0"/>
              <a:t>
Categoria mais popular: Defesas costeiras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09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231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PowerPoint Presentation</vt:lpstr>
      <vt:lpstr>Technical workshop for GCF project: Climate change and climate change impacts on São Tomé and Príncipe with a focus on fishery and tourism sectors in a Blue Economy context Sao Tome and Principe, November/December 2025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Soldan, Riccardo (OCBD)</dc:creator>
  <cp:lastModifiedBy>Greenrod, Samuel (OCBD)</cp:lastModifiedBy>
  <cp:revision>6</cp:revision>
  <dcterms:created xsi:type="dcterms:W3CDTF">2025-12-01T15:58:53Z</dcterms:created>
  <dcterms:modified xsi:type="dcterms:W3CDTF">2025-12-05T09:07:43Z</dcterms:modified>
</cp:coreProperties>
</file>