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78" r:id="rId5"/>
    <p:sldId id="261" r:id="rId6"/>
    <p:sldId id="287" r:id="rId7"/>
    <p:sldId id="279" r:id="rId8"/>
    <p:sldId id="288" r:id="rId9"/>
    <p:sldId id="28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75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Agenda do workshop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Soldan,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 do workshop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01DA58-E1B3-2C38-03E2-7AA911F9CEC4}"/>
              </a:ext>
            </a:extLst>
          </p:cNvPr>
          <p:cNvSpPr txBox="1"/>
          <p:nvPr/>
        </p:nvSpPr>
        <p:spPr>
          <a:xfrm>
            <a:off x="558800" y="1778226"/>
            <a:ext cx="10795000" cy="2670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Estrutura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temas-chave</a:t>
            </a:r>
            <a:r>
              <a:rPr lang="en-GB" sz="1700" dirty="0"/>
              <a:t> </a:t>
            </a:r>
            <a:r>
              <a:rPr lang="en-GB" sz="1700" dirty="0" err="1"/>
              <a:t>relacionados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</a:t>
            </a:r>
            <a:r>
              <a:rPr lang="en-GB" sz="1700" dirty="0" err="1"/>
              <a:t>adaptação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em</a:t>
            </a:r>
            <a:r>
              <a:rPr lang="en-GB" sz="1700" dirty="0"/>
              <a:t> </a:t>
            </a:r>
            <a:r>
              <a:rPr lang="en-GB" sz="1700" dirty="0" err="1"/>
              <a:t>elaboração</a:t>
            </a:r>
            <a:r>
              <a:rPr lang="en-GB" sz="1700" dirty="0"/>
              <a:t> de </a:t>
            </a:r>
            <a:r>
              <a:rPr lang="en-GB" sz="1700" dirty="0" err="1"/>
              <a:t>projetos</a:t>
            </a:r>
            <a:r>
              <a:rPr lang="en-GB" sz="1700" dirty="0"/>
              <a:t> para o Fundo Verde para o </a:t>
            </a:r>
            <a:r>
              <a:rPr lang="en-GB" sz="1700" dirty="0" err="1"/>
              <a:t>Clima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Compartilhamento</a:t>
            </a:r>
            <a:r>
              <a:rPr lang="en-GB" sz="1700" dirty="0"/>
              <a:t> dos </a:t>
            </a:r>
            <a:r>
              <a:rPr lang="en-GB" sz="1700" dirty="0" err="1"/>
              <a:t>principais</a:t>
            </a:r>
            <a:r>
              <a:rPr lang="en-GB" sz="1700" dirty="0"/>
              <a:t> </a:t>
            </a:r>
            <a:r>
              <a:rPr lang="en-GB" sz="1700" dirty="0" err="1"/>
              <a:t>resultados</a:t>
            </a:r>
            <a:r>
              <a:rPr lang="en-GB" sz="1700" dirty="0"/>
              <a:t> e </a:t>
            </a:r>
            <a:r>
              <a:rPr lang="en-GB" sz="1700" dirty="0" err="1"/>
              <a:t>conclusões</a:t>
            </a:r>
            <a:r>
              <a:rPr lang="en-GB" sz="1700" dirty="0"/>
              <a:t> do </a:t>
            </a:r>
            <a:r>
              <a:rPr lang="en-GB" sz="1700" dirty="0" err="1"/>
              <a:t>estudo</a:t>
            </a:r>
            <a:r>
              <a:rPr lang="en-GB" sz="1700" dirty="0"/>
              <a:t> </a:t>
            </a:r>
            <a:r>
              <a:rPr lang="en-GB" sz="1700" dirty="0" err="1"/>
              <a:t>realizado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os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Cocriação</a:t>
            </a:r>
            <a:r>
              <a:rPr lang="en-GB" sz="1700" dirty="0"/>
              <a:t> / 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endParaRPr lang="en-GB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BEE83-C83A-97EB-769C-54FBA26B356B}"/>
              </a:ext>
            </a:extLst>
          </p:cNvPr>
          <p:cNvSpPr txBox="1"/>
          <p:nvPr/>
        </p:nvSpPr>
        <p:spPr>
          <a:xfrm>
            <a:off x="558800" y="4868225"/>
            <a:ext cx="11309350" cy="1885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Resultados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de </a:t>
            </a:r>
            <a:r>
              <a:rPr lang="en-GB" sz="1700" dirty="0" err="1"/>
              <a:t>seus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no </a:t>
            </a:r>
            <a:r>
              <a:rPr lang="en-GB" sz="1700" dirty="0" err="1"/>
              <a:t>contexto</a:t>
            </a:r>
            <a:r>
              <a:rPr lang="en-GB" sz="1700" dirty="0"/>
              <a:t> da Economia Azul </a:t>
            </a:r>
            <a:r>
              <a:rPr lang="en-GB" sz="1700" dirty="0" err="1"/>
              <a:t>em</a:t>
            </a:r>
            <a:r>
              <a:rPr lang="en-GB" sz="1700" dirty="0"/>
              <a:t> STP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do </a:t>
            </a:r>
            <a:r>
              <a:rPr lang="en-GB" sz="1700" dirty="0" err="1"/>
              <a:t>objetivo</a:t>
            </a:r>
            <a:r>
              <a:rPr lang="en-GB" sz="1700" dirty="0"/>
              <a:t> de </a:t>
            </a:r>
            <a:r>
              <a:rPr lang="en-GB" sz="1700" dirty="0" err="1"/>
              <a:t>desenvolver</a:t>
            </a:r>
            <a:r>
              <a:rPr lang="en-GB" sz="1700" dirty="0"/>
              <a:t> um </a:t>
            </a:r>
            <a:r>
              <a:rPr lang="en-GB" sz="1700" dirty="0" err="1"/>
              <a:t>projeto</a:t>
            </a:r>
            <a:r>
              <a:rPr lang="en-GB" sz="1700" dirty="0"/>
              <a:t> para o GCF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r>
              <a:rPr lang="en-GB" sz="1700" dirty="0"/>
              <a:t> para um </a:t>
            </a:r>
            <a:r>
              <a:rPr lang="en-GB" sz="1700" dirty="0" err="1"/>
              <a:t>desenvolvimento</a:t>
            </a:r>
            <a:r>
              <a:rPr lang="en-GB" sz="1700" dirty="0"/>
              <a:t> de </a:t>
            </a:r>
            <a:r>
              <a:rPr lang="en-GB" sz="1700" dirty="0" err="1"/>
              <a:t>projeto</a:t>
            </a:r>
            <a:r>
              <a:rPr lang="en-GB" sz="1700" dirty="0"/>
              <a:t> </a:t>
            </a:r>
            <a:r>
              <a:rPr lang="en-GB" sz="1700" dirty="0" err="1"/>
              <a:t>mais</a:t>
            </a:r>
            <a:r>
              <a:rPr lang="en-GB" sz="1700" dirty="0"/>
              <a:t> </a:t>
            </a:r>
            <a:r>
              <a:rPr lang="en-GB" sz="1700" dirty="0" err="1"/>
              <a:t>participativo</a:t>
            </a:r>
            <a:r>
              <a:rPr lang="en-GB" sz="1700" dirty="0"/>
              <a:t> e de </a:t>
            </a:r>
            <a:r>
              <a:rPr lang="en-GB" sz="1700" dirty="0" err="1"/>
              <a:t>melhor</a:t>
            </a:r>
            <a:r>
              <a:rPr lang="en-GB" sz="1700" dirty="0"/>
              <a:t> </a:t>
            </a:r>
            <a:r>
              <a:rPr lang="en-GB" sz="1700" dirty="0" err="1"/>
              <a:t>qualidade</a:t>
            </a:r>
            <a:endParaRPr lang="en-IT" sz="1700" dirty="0"/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2773887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57BD-E62B-33D0-5301-05AE516A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BBE29-8711-C52B-3DFC-3C9E36F1B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Speakers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493653-4B21-8A86-CE6D-281D2DF413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6E966E-A824-14A7-3A4D-8AF7A02E905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958E0D7-D259-B5A7-0DEC-2913111D0E0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47CEA1A-DDCB-B2AB-77BA-33DA226DE8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C3700B5-38F7-02E6-AF0F-D17A88C07AD2}"/>
              </a:ext>
            </a:extLst>
          </p:cNvPr>
          <p:cNvSpPr txBox="1"/>
          <p:nvPr/>
        </p:nvSpPr>
        <p:spPr>
          <a:xfrm>
            <a:off x="423876" y="1485900"/>
            <a:ext cx="11188700" cy="4488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Riccardo Soldan</a:t>
            </a:r>
            <a:r>
              <a:rPr lang="en-GB" sz="1600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 e </a:t>
            </a:r>
            <a:r>
              <a:rPr lang="en-GB" sz="1600" dirty="0" err="1"/>
              <a:t>mestre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Ciência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vários</a:t>
            </a:r>
            <a:r>
              <a:rPr lang="en-GB" sz="1600" dirty="0"/>
              <a:t> </a:t>
            </a:r>
            <a:r>
              <a:rPr lang="en-GB" sz="1600" dirty="0" err="1"/>
              <a:t>anos</a:t>
            </a:r>
            <a:r>
              <a:rPr lang="en-GB" sz="1600" dirty="0"/>
              <a:t> de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ecossistemas</a:t>
            </a:r>
            <a:r>
              <a:rPr lang="en-GB" sz="1600" dirty="0"/>
              <a:t>,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e </a:t>
            </a:r>
            <a:r>
              <a:rPr lang="en-GB" sz="1600" dirty="0" err="1"/>
              <a:t>apoio</a:t>
            </a:r>
            <a:r>
              <a:rPr lang="en-GB" sz="1600" dirty="0"/>
              <a:t> à </a:t>
            </a:r>
            <a:r>
              <a:rPr lang="en-GB" sz="1600" dirty="0" err="1"/>
              <a:t>tomada</a:t>
            </a:r>
            <a:r>
              <a:rPr lang="en-GB" sz="1600" dirty="0"/>
              <a:t> de </a:t>
            </a:r>
            <a:r>
              <a:rPr lang="en-GB" sz="1600" dirty="0" err="1"/>
              <a:t>decisão</a:t>
            </a:r>
            <a:r>
              <a:rPr lang="en-GB" sz="1600" dirty="0"/>
              <a:t> </a:t>
            </a:r>
            <a:r>
              <a:rPr lang="en-GB" sz="1600" dirty="0" err="1"/>
              <a:t>baseada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dados para a </a:t>
            </a:r>
            <a:r>
              <a:rPr lang="en-GB" sz="1600" dirty="0" err="1"/>
              <a:t>agricultura</a:t>
            </a:r>
            <a:r>
              <a:rPr lang="en-GB" sz="1600" dirty="0"/>
              <a:t> e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recursos</a:t>
            </a:r>
            <a:r>
              <a:rPr lang="en-GB" sz="1600" dirty="0"/>
              <a:t> </a:t>
            </a:r>
            <a:r>
              <a:rPr lang="en-GB" sz="1600" dirty="0" err="1"/>
              <a:t>naturais</a:t>
            </a:r>
            <a:r>
              <a:rPr lang="en-GB" sz="1600" dirty="0"/>
              <a:t>. Na FAO, Riccardo </a:t>
            </a:r>
            <a:r>
              <a:rPr lang="en-GB" sz="1600" dirty="0" err="1"/>
              <a:t>liderou</a:t>
            </a:r>
            <a:r>
              <a:rPr lang="en-GB" sz="1600" dirty="0"/>
              <a:t> o </a:t>
            </a:r>
            <a:r>
              <a:rPr lang="en-GB" sz="1600" dirty="0" err="1"/>
              <a:t>desenvolvimento</a:t>
            </a:r>
            <a:r>
              <a:rPr lang="en-GB" sz="1600" dirty="0"/>
              <a:t> do </a:t>
            </a:r>
            <a:r>
              <a:rPr lang="en-GB" sz="1600" dirty="0" err="1"/>
              <a:t>quadro</a:t>
            </a:r>
            <a:r>
              <a:rPr lang="en-GB" sz="1600" dirty="0"/>
              <a:t> CAVA – Climate and Agriculture Risk Visualization and Assessment – e de ferramentas </a:t>
            </a:r>
            <a:r>
              <a:rPr lang="en-GB" sz="1600" dirty="0" err="1"/>
              <a:t>agroinformáticas</a:t>
            </a:r>
            <a:r>
              <a:rPr lang="en-GB" sz="1600" dirty="0"/>
              <a:t> </a:t>
            </a:r>
            <a:r>
              <a:rPr lang="en-GB" sz="1600" dirty="0" err="1"/>
              <a:t>associadas</a:t>
            </a:r>
            <a:r>
              <a:rPr lang="en-GB" sz="1600" dirty="0"/>
              <a:t>, para </a:t>
            </a:r>
            <a:r>
              <a:rPr lang="en-GB" sz="1600" dirty="0" err="1"/>
              <a:t>democratizar</a:t>
            </a:r>
            <a:r>
              <a:rPr lang="en-GB" sz="1600" dirty="0"/>
              <a:t> o </a:t>
            </a:r>
            <a:r>
              <a:rPr lang="en-GB" sz="1600" dirty="0" err="1"/>
              <a:t>acesso</a:t>
            </a:r>
            <a:r>
              <a:rPr lang="en-GB" sz="1600" dirty="0"/>
              <a:t> a </a:t>
            </a:r>
            <a:r>
              <a:rPr lang="en-GB" sz="1600" dirty="0" err="1"/>
              <a:t>informações</a:t>
            </a:r>
            <a:r>
              <a:rPr lang="en-GB" sz="1600" dirty="0"/>
              <a:t> </a:t>
            </a:r>
            <a:r>
              <a:rPr lang="en-GB" sz="1600" dirty="0" err="1"/>
              <a:t>sobre</a:t>
            </a:r>
            <a:r>
              <a:rPr lang="en-GB" sz="1600" dirty="0"/>
              <a:t> </a:t>
            </a:r>
            <a:r>
              <a:rPr lang="en-GB" sz="1600" dirty="0" err="1"/>
              <a:t>clima</a:t>
            </a:r>
            <a:r>
              <a:rPr lang="en-GB" sz="1600" dirty="0"/>
              <a:t> e </a:t>
            </a:r>
            <a:r>
              <a:rPr lang="en-GB" sz="1600" dirty="0" err="1"/>
              <a:t>impactos</a:t>
            </a:r>
            <a:r>
              <a:rPr lang="en-GB" sz="1600" dirty="0"/>
              <a:t>, </a:t>
            </a:r>
            <a:r>
              <a:rPr lang="en-GB" sz="1600" dirty="0" err="1"/>
              <a:t>apoiar</a:t>
            </a:r>
            <a:r>
              <a:rPr lang="en-GB" sz="1600" dirty="0"/>
              <a:t> a </a:t>
            </a:r>
            <a:r>
              <a:rPr lang="en-GB" sz="1600" dirty="0" err="1"/>
              <a:t>implementação</a:t>
            </a:r>
            <a:r>
              <a:rPr lang="en-GB" sz="1600" dirty="0"/>
              <a:t> dos </a:t>
            </a:r>
            <a:r>
              <a:rPr lang="en-GB" sz="1600" dirty="0" err="1"/>
              <a:t>Padrões</a:t>
            </a:r>
            <a:r>
              <a:rPr lang="en-GB" sz="1600" dirty="0"/>
              <a:t> </a:t>
            </a:r>
            <a:r>
              <a:rPr lang="en-GB" sz="1600" dirty="0" err="1"/>
              <a:t>Ambientais</a:t>
            </a:r>
            <a:r>
              <a:rPr lang="en-GB" sz="1600" dirty="0"/>
              <a:t> e </a:t>
            </a:r>
            <a:r>
              <a:rPr lang="en-GB" sz="1600" dirty="0" err="1"/>
              <a:t>Sociais</a:t>
            </a:r>
            <a:r>
              <a:rPr lang="en-GB" sz="1600" dirty="0"/>
              <a:t> (ESS) e </a:t>
            </a:r>
            <a:r>
              <a:rPr lang="en-GB" sz="1600" dirty="0" err="1"/>
              <a:t>fortalecer</a:t>
            </a:r>
            <a:r>
              <a:rPr lang="en-GB" sz="1600" dirty="0"/>
              <a:t> a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portfólios</a:t>
            </a:r>
            <a:r>
              <a:rPr lang="en-GB" sz="1600" dirty="0"/>
              <a:t> de </a:t>
            </a:r>
            <a:r>
              <a:rPr lang="en-GB" sz="1600" dirty="0" err="1"/>
              <a:t>projetos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países</a:t>
            </a:r>
            <a:r>
              <a:rPr lang="en-GB" sz="1600" dirty="0"/>
              <a:t>.</a:t>
            </a:r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endParaRPr lang="en-GB" sz="1600" dirty="0"/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Samuel </a:t>
            </a:r>
            <a:r>
              <a:rPr lang="en-GB" sz="1600" b="1" dirty="0" err="1"/>
              <a:t>Greenrod</a:t>
            </a:r>
            <a:r>
              <a:rPr lang="en-GB" sz="1600" b="1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Oxford, no Reino </a:t>
            </a:r>
            <a:r>
              <a:rPr lang="en-GB" sz="1600" dirty="0" err="1"/>
              <a:t>Unido</a:t>
            </a:r>
            <a:r>
              <a:rPr lang="en-GB" sz="1600" dirty="0"/>
              <a:t>, e um </a:t>
            </a:r>
            <a:r>
              <a:rPr lang="en-GB" sz="1600" dirty="0" err="1"/>
              <a:t>mestrado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Biologia</a:t>
            </a:r>
            <a:r>
              <a:rPr lang="en-GB" sz="1600" dirty="0"/>
              <a:t> de </a:t>
            </a:r>
            <a:r>
              <a:rPr lang="en-GB" sz="1600" dirty="0" err="1"/>
              <a:t>Patógenos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análises</a:t>
            </a:r>
            <a:r>
              <a:rPr lang="en-GB" sz="1600" dirty="0"/>
              <a:t> de </a:t>
            </a:r>
            <a:r>
              <a:rPr lang="en-GB" sz="1600" dirty="0" err="1"/>
              <a:t>risco</a:t>
            </a:r>
            <a:r>
              <a:rPr lang="en-GB" sz="1600" dirty="0"/>
              <a:t> </a:t>
            </a:r>
            <a:r>
              <a:rPr lang="en-GB" sz="1600" dirty="0" err="1"/>
              <a:t>climático</a:t>
            </a:r>
            <a:r>
              <a:rPr lang="en-GB" sz="1600" dirty="0"/>
              <a:t> e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impactos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</a:t>
            </a:r>
            <a:r>
              <a:rPr lang="en-GB" sz="1600" dirty="0" err="1"/>
              <a:t>agricultura</a:t>
            </a:r>
            <a:r>
              <a:rPr lang="en-GB" sz="1600" dirty="0"/>
              <a:t>, </a:t>
            </a:r>
            <a:r>
              <a:rPr lang="en-GB" sz="1600" dirty="0" err="1"/>
              <a:t>florestas</a:t>
            </a:r>
            <a:r>
              <a:rPr lang="en-GB" sz="1600" dirty="0"/>
              <a:t> e </a:t>
            </a:r>
            <a:r>
              <a:rPr lang="en-GB" sz="1600" dirty="0" err="1"/>
              <a:t>pesca</a:t>
            </a:r>
            <a:r>
              <a:rPr lang="en-GB" sz="1600" dirty="0"/>
              <a:t>. Na FAO, Samuel </a:t>
            </a:r>
            <a:r>
              <a:rPr lang="en-GB" sz="1600" dirty="0" err="1"/>
              <a:t>é</a:t>
            </a:r>
            <a:r>
              <a:rPr lang="en-GB" sz="1600" dirty="0"/>
              <a:t> o </a:t>
            </a:r>
            <a:r>
              <a:rPr lang="en-GB" sz="1600" dirty="0" err="1"/>
              <a:t>autor</a:t>
            </a:r>
            <a:r>
              <a:rPr lang="en-GB" sz="1600" dirty="0"/>
              <a:t> principal de um </a:t>
            </a:r>
            <a:r>
              <a:rPr lang="en-GB" sz="1600" dirty="0" err="1"/>
              <a:t>relatório</a:t>
            </a:r>
            <a:r>
              <a:rPr lang="en-GB" sz="1600" dirty="0"/>
              <a:t> de </a:t>
            </a:r>
            <a:r>
              <a:rPr lang="en-GB" sz="1600" dirty="0" err="1"/>
              <a:t>prontidão</a:t>
            </a:r>
            <a:r>
              <a:rPr lang="en-GB" sz="1600" dirty="0"/>
              <a:t> do GCF </a:t>
            </a:r>
            <a:r>
              <a:rPr lang="en-GB" sz="1600" dirty="0" err="1"/>
              <a:t>que</a:t>
            </a:r>
            <a:r>
              <a:rPr lang="en-GB" sz="1600" dirty="0"/>
              <a:t> </a:t>
            </a:r>
            <a:r>
              <a:rPr lang="en-GB" sz="1600" dirty="0" err="1"/>
              <a:t>avalia</a:t>
            </a:r>
            <a:r>
              <a:rPr lang="en-GB" sz="1600" dirty="0"/>
              <a:t>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impactos</a:t>
            </a:r>
            <a:r>
              <a:rPr lang="en-GB" sz="1600" dirty="0"/>
              <a:t> das </a:t>
            </a:r>
            <a:r>
              <a:rPr lang="en-GB" sz="1600" dirty="0" err="1"/>
              <a:t>mudanças</a:t>
            </a:r>
            <a:r>
              <a:rPr lang="en-GB" sz="1600" dirty="0"/>
              <a:t> </a:t>
            </a:r>
            <a:r>
              <a:rPr lang="en-GB" sz="1600" dirty="0" err="1"/>
              <a:t>climáticas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turismo e </a:t>
            </a:r>
            <a:r>
              <a:rPr lang="en-GB" sz="1600" dirty="0" err="1"/>
              <a:t>pescas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São Tomé e Príncipe.</a:t>
            </a:r>
            <a:endParaRPr lang="en-IT" sz="1600" dirty="0"/>
          </a:p>
        </p:txBody>
      </p:sp>
    </p:spTree>
    <p:extLst>
      <p:ext uri="{BB962C8B-B14F-4D97-AF65-F5344CB8AC3E}">
        <p14:creationId xmlns:p14="http://schemas.microsoft.com/office/powerpoint/2010/main" val="42020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F152-8EBC-0C93-CCBD-96ED2C4D1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28265-C766-7078-7E51-17DD11AD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9DF579F-17D9-5B22-7567-C8B5B7F2883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8716B46-32B7-22BB-6045-EF8E23436FB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103A666-53D2-7C4F-9519-D80C6A148D0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88D5DAA-C64C-D843-6B39-D3CD313DCA8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web page&#10;&#10;AI-generated content may be incorrect.">
            <a:extLst>
              <a:ext uri="{FF2B5EF4-FFF2-40B4-BE49-F238E27FC236}">
                <a16:creationId xmlns:a16="http://schemas.microsoft.com/office/drawing/2014/main" id="{70172609-C141-1F2F-A411-A9753E7F4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48" y="1562670"/>
            <a:ext cx="5430165" cy="51926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A968FC-A8F7-D661-45F4-C2E816306029}"/>
              </a:ext>
            </a:extLst>
          </p:cNvPr>
          <p:cNvSpPr txBox="1"/>
          <p:nvPr/>
        </p:nvSpPr>
        <p:spPr>
          <a:xfrm>
            <a:off x="6839551" y="3930638"/>
            <a:ext cx="5147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Link to all slides: </a:t>
            </a:r>
          </a:p>
          <a:p>
            <a:r>
              <a:rPr lang="en-GB" sz="1600" dirty="0">
                <a:solidFill>
                  <a:srgbClr val="00B0F0"/>
                </a:solidFill>
              </a:rPr>
              <a:t>https://</a:t>
            </a:r>
            <a:r>
              <a:rPr lang="en-GB" sz="1600" dirty="0" err="1">
                <a:solidFill>
                  <a:srgbClr val="00B0F0"/>
                </a:solidFill>
              </a:rPr>
              <a:t>github.com</a:t>
            </a:r>
            <a:r>
              <a:rPr lang="en-GB" sz="1600" dirty="0">
                <a:solidFill>
                  <a:srgbClr val="00B0F0"/>
                </a:solidFill>
              </a:rPr>
              <a:t>/Risk-Team/trainings/tree/main/STP</a:t>
            </a:r>
            <a:endParaRPr lang="en-IT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445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035AC-A83F-3F30-31EC-3FAB0485A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1140-8D6C-E5AF-0376-5646D776A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AD52E9-673D-BB22-506A-B7F11B878B6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A0BAE1-EA6C-35C0-5698-93A17330B4C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0128505-C30A-BF05-3FA6-0AFD5053184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461B42F-8105-103C-947D-31EB0B23E7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1600DC-E380-4350-02F4-868BE5D2A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7"/>
          <a:stretch>
            <a:fillRect/>
          </a:stretch>
        </p:blipFill>
        <p:spPr>
          <a:xfrm>
            <a:off x="2132026" y="2463281"/>
            <a:ext cx="7772400" cy="277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328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caafef-fd22-48d0-85dc-526f5aa604f6">
      <Terms xmlns="http://schemas.microsoft.com/office/infopath/2007/PartnerControls"/>
    </lcf76f155ced4ddcb4097134ff3c332f>
    <TaxCatchAll xmlns="cc7ce8ca-8f52-44ec-9496-3c41d0f5ad1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500CC7CC11694381E56D15BD009ABF" ma:contentTypeVersion="17" ma:contentTypeDescription="Create a new document." ma:contentTypeScope="" ma:versionID="5bde0183fae20f930619151b743545d5">
  <xsd:schema xmlns:xsd="http://www.w3.org/2001/XMLSchema" xmlns:xs="http://www.w3.org/2001/XMLSchema" xmlns:p="http://schemas.microsoft.com/office/2006/metadata/properties" xmlns:ns2="c0caafef-fd22-48d0-85dc-526f5aa604f6" xmlns:ns3="cc7ce8ca-8f52-44ec-9496-3c41d0f5ad18" targetNamespace="http://schemas.microsoft.com/office/2006/metadata/properties" ma:root="true" ma:fieldsID="b93acc077f3eeba91a697f445d89f976" ns2:_="" ns3:_="">
    <xsd:import namespace="c0caafef-fd22-48d0-85dc-526f5aa604f6"/>
    <xsd:import namespace="cc7ce8ca-8f52-44ec-9496-3c41d0f5ad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caafef-fd22-48d0-85dc-526f5aa604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7ce8ca-8f52-44ec-9496-3c41d0f5ad1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5dfeec75-c9d3-4c39-ba02-38eb92d5f92d}" ma:internalName="TaxCatchAll" ma:showField="CatchAllData" ma:web="cc7ce8ca-8f52-44ec-9496-3c41d0f5ad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A3DF9AB-00FC-46DB-A5D6-293E8DE9934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17CF73B-06D3-4F9B-955D-0740B08863BD}">
  <ds:schemaRefs>
    <ds:schemaRef ds:uri="http://schemas.microsoft.com/office/2006/metadata/properties"/>
    <ds:schemaRef ds:uri="http://schemas.microsoft.com/office/infopath/2007/PartnerControls"/>
    <ds:schemaRef ds:uri="c0caafef-fd22-48d0-85dc-526f5aa604f6"/>
    <ds:schemaRef ds:uri="cc7ce8ca-8f52-44ec-9496-3c41d0f5ad18"/>
  </ds:schemaRefs>
</ds:datastoreItem>
</file>

<file path=customXml/itemProps3.xml><?xml version="1.0" encoding="utf-8"?>
<ds:datastoreItem xmlns:ds="http://schemas.openxmlformats.org/officeDocument/2006/customXml" ds:itemID="{F8E82391-0565-41E9-9127-B1DFEFCF65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caafef-fd22-48d0-85dc-526f5aa604f6"/>
    <ds:schemaRef ds:uri="cc7ce8ca-8f52-44ec-9496-3c41d0f5ad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441</Words>
  <Application>Microsoft Macintosh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Georgia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Agenda do workshop</vt:lpstr>
      <vt:lpstr>Por que estamos aqui </vt:lpstr>
      <vt:lpstr>Speakers</vt:lpstr>
      <vt:lpstr>Agenda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23</cp:revision>
  <dcterms:created xsi:type="dcterms:W3CDTF">2025-11-12T15:08:01Z</dcterms:created>
  <dcterms:modified xsi:type="dcterms:W3CDTF">2025-11-29T11:18:17Z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0x01010072500CC7CC11694381E56D15BD009ABF</vt:lpwstr>
  </property>
</Properties>
</file>