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2" r:id="rId2"/>
    <p:sldId id="333" r:id="rId3"/>
    <p:sldId id="316" r:id="rId4"/>
    <p:sldId id="317" r:id="rId5"/>
    <p:sldId id="31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0" autoAdjust="0"/>
    <p:restoredTop sz="94726"/>
  </p:normalViewPr>
  <p:slideViewPr>
    <p:cSldViewPr snapToGrid="0">
      <p:cViewPr varScale="1">
        <p:scale>
          <a:sx n="106" d="100"/>
          <a:sy n="106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1C4AA-CB70-1F4D-A4D0-DAC2814679D2}" type="datetimeFigureOut">
              <a:rPr lang="en-IT" smtClean="0"/>
              <a:t>02/12/25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5C409-330A-754D-AD23-7502FE1ED43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1955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6885-8B1E-3EFD-2AB9-6661B598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223EA-D980-7236-99EF-F5CEAA2F0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8FF44-A1BD-099C-72F9-28DACDE49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16112-0EA1-4526-F645-C78C349A8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5C409-330A-754D-AD23-7502FE1ED433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67341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5C409-330A-754D-AD23-7502FE1ED433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58098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5C409-330A-754D-AD23-7502FE1ED433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37039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Lionel.kinadjian@fao.org" TargetMode="Externa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FBA6-9FC0-DC55-D0E2-A4268E93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8BA1-8B8C-55B3-39A1-348BFBBE5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BC489-433F-5D74-C7C2-587E5E73B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Vinculando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mudanças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climáticas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impactos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opções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adaptação</a:t>
            </a:r>
            <a:endParaRPr lang="it-IT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48907C37-9FEC-A4DD-F978-ADC8DC7C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B9881E-3F21-7D29-DFB8-3B66E7E804AB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40E913-ACEB-B5ED-27CF-A21533C4C669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B238DCC-45E9-71CA-2A22-4CB972E804B0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683B9F-09CC-0825-E2D4-6391A1F7F4B0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01E7F2-BF12-0F81-41B1-0FE44A15A58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4939AEDB-2709-E81D-3FFC-A97EF5A53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BAA5B-9559-5375-130A-A88D2FF1B24F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4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B25D-9724-B083-F972-5303199E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D3DF86C-7F1A-7ADB-CC90-CE36DB90E5D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2001A8-DBE9-C39B-7B44-003C79F6418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D5252F-8A13-224A-AB4C-C8FF7CECB6B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0175970-AB3C-4855-7ACC-D6C6DAF8758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054A6F-9C84-40FD-99E6-9FF86BCB1D59}"/>
              </a:ext>
            </a:extLst>
          </p:cNvPr>
          <p:cNvSpPr txBox="1"/>
          <p:nvPr/>
        </p:nvSpPr>
        <p:spPr>
          <a:xfrm>
            <a:off x="393405" y="1323474"/>
            <a:ext cx="11281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 err="1"/>
              <a:t>Discussão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grupo</a:t>
            </a:r>
            <a:r>
              <a:rPr lang="en-GB" dirty="0"/>
              <a:t> para </a:t>
            </a:r>
            <a:r>
              <a:rPr lang="en-GB" dirty="0" err="1"/>
              <a:t>vincular</a:t>
            </a:r>
            <a:r>
              <a:rPr lang="en-GB" dirty="0"/>
              <a:t> o </a:t>
            </a:r>
            <a:r>
              <a:rPr lang="en-GB" dirty="0" err="1"/>
              <a:t>resultado</a:t>
            </a:r>
            <a:r>
              <a:rPr lang="en-GB" dirty="0"/>
              <a:t> do </a:t>
            </a:r>
            <a:r>
              <a:rPr lang="en-GB" dirty="0" err="1"/>
              <a:t>estudo</a:t>
            </a:r>
            <a:r>
              <a:rPr lang="en-GB" dirty="0"/>
              <a:t> </a:t>
            </a:r>
            <a:r>
              <a:rPr lang="en-GB" dirty="0" err="1"/>
              <a:t>aos</a:t>
            </a:r>
            <a:r>
              <a:rPr lang="en-GB" dirty="0"/>
              <a:t> </a:t>
            </a:r>
            <a:r>
              <a:rPr lang="en-GB" dirty="0" err="1"/>
              <a:t>impactos</a:t>
            </a:r>
            <a:r>
              <a:rPr lang="en-GB" dirty="0"/>
              <a:t> </a:t>
            </a:r>
            <a:r>
              <a:rPr lang="en-GB" dirty="0" err="1"/>
              <a:t>socioeconômicos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comunidades e </a:t>
            </a:r>
            <a:r>
              <a:rPr lang="en-GB" dirty="0" err="1"/>
              <a:t>propor</a:t>
            </a:r>
            <a:r>
              <a:rPr lang="en-GB" dirty="0"/>
              <a:t> </a:t>
            </a:r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adaptação</a:t>
            </a:r>
            <a:r>
              <a:rPr lang="en-GB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25 </a:t>
            </a:r>
            <a:r>
              <a:rPr lang="en-GB" dirty="0" err="1"/>
              <a:t>minutos</a:t>
            </a:r>
            <a:r>
              <a:rPr lang="en-GB" dirty="0"/>
              <a:t> no </a:t>
            </a:r>
            <a:r>
              <a:rPr lang="en-GB" dirty="0" err="1"/>
              <a:t>setor</a:t>
            </a:r>
            <a:r>
              <a:rPr lang="en-GB" dirty="0"/>
              <a:t> </a:t>
            </a:r>
            <a:r>
              <a:rPr lang="en-GB" dirty="0" err="1"/>
              <a:t>pesqueiro</a:t>
            </a:r>
            <a:r>
              <a:rPr lang="en-GB" dirty="0"/>
              <a:t>
25 </a:t>
            </a:r>
            <a:r>
              <a:rPr lang="en-GB" dirty="0" err="1"/>
              <a:t>minutos</a:t>
            </a:r>
            <a:r>
              <a:rPr lang="en-GB" dirty="0"/>
              <a:t> no </a:t>
            </a:r>
            <a:r>
              <a:rPr lang="en-GB" dirty="0" err="1"/>
              <a:t>setor</a:t>
            </a:r>
            <a:r>
              <a:rPr lang="en-GB" dirty="0"/>
              <a:t> de turismo</a:t>
            </a:r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25A76-66ED-339A-6D75-61203C47BCDB}"/>
              </a:ext>
            </a:extLst>
          </p:cNvPr>
          <p:cNvSpPr txBox="1"/>
          <p:nvPr/>
        </p:nvSpPr>
        <p:spPr>
          <a:xfrm>
            <a:off x="393405" y="4127090"/>
            <a:ext cx="1128114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/>
              <a:t>Apresentação dos achados (10 minutos por grupo)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33082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C62C-CE87-8D73-2F77-B62E3575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291C235-FF80-9966-BB33-B374184FF87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51C2BE-7494-81BA-C1F7-4F27125DF21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D55D56-D698-4CE1-D27B-24D84998E9E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77B0199-C02F-7351-1FD7-888416D437B9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131A0C-F8DF-0ED7-C40E-8596D5E77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880142"/>
              </p:ext>
            </p:extLst>
          </p:nvPr>
        </p:nvGraphicFramePr>
        <p:xfrm>
          <a:off x="-16329" y="-38780"/>
          <a:ext cx="12208329" cy="689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21910806"/>
                    </a:ext>
                  </a:extLst>
                </a:gridCol>
                <a:gridCol w="2951747">
                  <a:extLst>
                    <a:ext uri="{9D8B030D-6E8A-4147-A177-3AD203B41FA5}">
                      <a16:colId xmlns:a16="http://schemas.microsoft.com/office/drawing/2014/main" val="3351736959"/>
                    </a:ext>
                  </a:extLst>
                </a:gridCol>
              </a:tblGrid>
              <a:tr h="709954">
                <a:tc>
                  <a:txBody>
                    <a:bodyPr/>
                    <a:lstStyle/>
                    <a:p>
                      <a:r>
                        <a:rPr lang="it-IT" sz="1800" dirty="0"/>
                        <a:t>Risco </a:t>
                      </a:r>
                      <a:r>
                        <a:rPr lang="it-IT" sz="1800" dirty="0" err="1"/>
                        <a:t>Climático</a:t>
                      </a:r>
                      <a:endParaRPr lang="fr-GA" sz="1800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Impactos na pesca</a:t>
                      </a:r>
                      <a:endParaRPr lang="fr-GA" sz="1800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r>
                        <a:rPr lang="it-IT" sz="1800" dirty="0" err="1"/>
                        <a:t>Impacto</a:t>
                      </a:r>
                      <a:r>
                        <a:rPr lang="it-IT" sz="1800" dirty="0"/>
                        <a:t> </a:t>
                      </a:r>
                      <a:r>
                        <a:rPr lang="it-IT" sz="1800" dirty="0" err="1"/>
                        <a:t>na</a:t>
                      </a:r>
                      <a:r>
                        <a:rPr lang="it-IT" sz="1800" dirty="0"/>
                        <a:t> </a:t>
                      </a:r>
                      <a:r>
                        <a:rPr lang="it-IT" sz="1800" dirty="0" err="1"/>
                        <a:t>comunidade</a:t>
                      </a:r>
                      <a:endParaRPr lang="fr-GA" sz="1800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r>
                        <a:rPr lang="it-IT" sz="1800" dirty="0" err="1"/>
                        <a:t>Opção</a:t>
                      </a:r>
                      <a:r>
                        <a:rPr lang="it-IT" sz="1800" dirty="0"/>
                        <a:t> de </a:t>
                      </a:r>
                      <a:r>
                        <a:rPr lang="it-IT" sz="1800" dirty="0" err="1"/>
                        <a:t>adaptação</a:t>
                      </a:r>
                      <a:endParaRPr lang="fr-GA" sz="1800" dirty="0"/>
                    </a:p>
                  </a:txBody>
                  <a:tcPr marL="91435" marR="91435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6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Alterações dos parâmetros físico-químicos essenciais</a:t>
                      </a:r>
                      <a:endParaRPr lang="fr-GA" sz="1800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fr-FR" sz="1800" b="0" dirty="0" err="1"/>
                        <a:t>Reduziu</a:t>
                      </a:r>
                      <a:r>
                        <a:rPr lang="fr-FR" sz="1800" b="0" dirty="0"/>
                        <a:t> a </a:t>
                      </a:r>
                      <a:r>
                        <a:rPr lang="fr-FR" sz="1800" b="0" dirty="0" err="1"/>
                        <a:t>biomassa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pelágica</a:t>
                      </a:r>
                      <a:r>
                        <a:rPr lang="fr-FR" sz="1800" b="0" dirty="0"/>
                        <a:t> e </a:t>
                      </a:r>
                      <a:r>
                        <a:rPr lang="fr-FR" sz="1800" b="0" dirty="0" err="1"/>
                        <a:t>demersal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em</a:t>
                      </a:r>
                      <a:r>
                        <a:rPr lang="fr-FR" sz="1800" b="0" dirty="0"/>
                        <a:t> 10-20%
</a:t>
                      </a:r>
                      <a:r>
                        <a:rPr lang="fr-FR" sz="1800" b="0" dirty="0" err="1"/>
                        <a:t>Efeitos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primários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em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pelágicos</a:t>
                      </a:r>
                      <a:r>
                        <a:rPr lang="fr-FR" sz="1800" b="0" dirty="0"/>
                        <a:t> grandes e </a:t>
                      </a:r>
                      <a:r>
                        <a:rPr lang="fr-FR" sz="1800" b="0" dirty="0" err="1"/>
                        <a:t>pequenos</a:t>
                      </a:r>
                      <a:r>
                        <a:rPr lang="fr-FR" sz="1800" b="0" dirty="0"/>
                        <a:t>
</a:t>
                      </a:r>
                      <a:r>
                        <a:rPr lang="fr-FR" sz="1800" b="0" dirty="0" err="1"/>
                        <a:t>Certo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nível</a:t>
                      </a:r>
                      <a:r>
                        <a:rPr lang="fr-FR" sz="1800" b="0" dirty="0"/>
                        <a:t> de </a:t>
                      </a:r>
                      <a:r>
                        <a:rPr lang="fr-FR" sz="1800" b="0" dirty="0" err="1"/>
                        <a:t>proteção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costeira</a:t>
                      </a:r>
                      <a:r>
                        <a:rPr lang="fr-FR" sz="1800" b="0" dirty="0"/>
                        <a:t> (</a:t>
                      </a:r>
                      <a:r>
                        <a:rPr lang="fr-FR" sz="1800" b="0" dirty="0" err="1"/>
                        <a:t>redução</a:t>
                      </a:r>
                      <a:r>
                        <a:rPr lang="fr-FR" sz="1800" b="0" dirty="0"/>
                        <a:t> dos </a:t>
                      </a:r>
                      <a:r>
                        <a:rPr lang="fr-FR" sz="1800" b="0" dirty="0" err="1"/>
                        <a:t>impactos</a:t>
                      </a:r>
                      <a:r>
                        <a:rPr lang="fr-FR" sz="1800" b="0" dirty="0"/>
                        <a:t> ao </a:t>
                      </a:r>
                      <a:r>
                        <a:rPr lang="fr-FR" sz="1800" b="0" dirty="0" err="1"/>
                        <a:t>longo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das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águas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costeiras</a:t>
                      </a:r>
                      <a:r>
                        <a:rPr lang="fr-FR" sz="1800" b="0" dirty="0"/>
                        <a:t>)
</a:t>
                      </a:r>
                      <a:r>
                        <a:rPr lang="fr-FR" sz="1800" b="0" dirty="0" err="1"/>
                        <a:t>Espécies</a:t>
                      </a:r>
                      <a:r>
                        <a:rPr lang="fr-FR" sz="1800" b="0" dirty="0"/>
                        <a:t> para </a:t>
                      </a:r>
                      <a:r>
                        <a:rPr lang="fr-FR" sz="1800" b="0" dirty="0" err="1"/>
                        <a:t>pesca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esportiva</a:t>
                      </a:r>
                      <a:r>
                        <a:rPr lang="fr-FR" sz="1800" b="0" dirty="0"/>
                        <a:t> que se projeta </a:t>
                      </a:r>
                      <a:r>
                        <a:rPr lang="fr-FR" sz="1800" b="1" dirty="0" err="1"/>
                        <a:t>aumentem</a:t>
                      </a:r>
                      <a:r>
                        <a:rPr lang="fr-FR" sz="1800" b="0" dirty="0"/>
                        <a:t> ou </a:t>
                      </a:r>
                      <a:r>
                        <a:rPr lang="fr-FR" sz="1800" b="0" dirty="0" err="1"/>
                        <a:t>não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sejam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impactadas</a:t>
                      </a:r>
                      <a:r>
                        <a:rPr lang="fr-FR" sz="1800" b="0" dirty="0"/>
                        <a:t> pelas </a:t>
                      </a:r>
                      <a:r>
                        <a:rPr lang="fr-FR" sz="1800" b="0" dirty="0" err="1"/>
                        <a:t>mudanças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climáticas</a:t>
                      </a:r>
                      <a:r>
                        <a:rPr lang="fr-FR" sz="1800" b="0" dirty="0"/>
                        <a:t>: </a:t>
                      </a:r>
                      <a:r>
                        <a:rPr lang="fr-FR" sz="1800" b="0" u="sng" dirty="0" err="1"/>
                        <a:t>atum</a:t>
                      </a:r>
                      <a:r>
                        <a:rPr lang="fr-FR" sz="1800" b="0" u="sng" dirty="0"/>
                        <a:t> de </a:t>
                      </a:r>
                      <a:r>
                        <a:rPr lang="fr-FR" sz="1800" b="0" u="sng" dirty="0" err="1"/>
                        <a:t>barbatana</a:t>
                      </a:r>
                      <a:r>
                        <a:rPr lang="fr-FR" sz="1800" b="0" u="sng" dirty="0"/>
                        <a:t> </a:t>
                      </a:r>
                      <a:r>
                        <a:rPr lang="fr-FR" sz="1800" b="0" u="sng" dirty="0" err="1"/>
                        <a:t>amarela</a:t>
                      </a:r>
                      <a:r>
                        <a:rPr lang="fr-FR" sz="1800" b="0" u="sng" dirty="0"/>
                        <a:t>, cavala e </a:t>
                      </a:r>
                      <a:r>
                        <a:rPr lang="fr-FR" sz="1800" b="0" u="sng" dirty="0" err="1"/>
                        <a:t>carapau</a:t>
                      </a:r>
                      <a:r>
                        <a:rPr lang="fr-FR" sz="1800" b="0" dirty="0"/>
                        <a:t>
</a:t>
                      </a:r>
                      <a:r>
                        <a:rPr lang="fr-FR" sz="1800" b="0" dirty="0" err="1"/>
                        <a:t>Espécies</a:t>
                      </a:r>
                      <a:r>
                        <a:rPr lang="fr-FR" sz="1800" b="0" dirty="0"/>
                        <a:t> para </a:t>
                      </a:r>
                      <a:r>
                        <a:rPr lang="fr-FR" sz="1800" b="0" dirty="0" err="1"/>
                        <a:t>pesca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esportiva</a:t>
                      </a:r>
                      <a:r>
                        <a:rPr lang="fr-FR" sz="1800" b="0" dirty="0"/>
                        <a:t> que se projeta </a:t>
                      </a:r>
                      <a:r>
                        <a:rPr lang="fr-FR" sz="1800" b="1" dirty="0" err="1"/>
                        <a:t>diminuir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são</a:t>
                      </a:r>
                      <a:r>
                        <a:rPr lang="fr-FR" sz="1800" b="0" dirty="0"/>
                        <a:t>: </a:t>
                      </a:r>
                      <a:r>
                        <a:rPr lang="fr-FR" sz="1800" b="0" u="sng" dirty="0" err="1"/>
                        <a:t>garoupas</a:t>
                      </a:r>
                      <a:r>
                        <a:rPr lang="fr-FR" sz="1800" b="0" u="sng" dirty="0"/>
                        <a:t>, </a:t>
                      </a:r>
                      <a:r>
                        <a:rPr lang="fr-FR" sz="1800" b="0" u="sng" dirty="0" err="1"/>
                        <a:t>pargo</a:t>
                      </a:r>
                      <a:r>
                        <a:rPr lang="fr-FR" sz="1800" b="0" u="sng" dirty="0"/>
                        <a:t> </a:t>
                      </a:r>
                      <a:r>
                        <a:rPr lang="fr-FR" sz="1800" b="0" dirty="0"/>
                        <a:t>
</a:t>
                      </a:r>
                      <a:r>
                        <a:rPr lang="fr-FR" sz="1800" b="0" dirty="0" err="1"/>
                        <a:t>Espécies</a:t>
                      </a:r>
                      <a:r>
                        <a:rPr lang="fr-FR" sz="1800" b="0" dirty="0"/>
                        <a:t> de </a:t>
                      </a:r>
                      <a:r>
                        <a:rPr lang="fr-FR" sz="1800" b="0" dirty="0" err="1"/>
                        <a:t>importância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econômica</a:t>
                      </a:r>
                      <a:r>
                        <a:rPr lang="fr-FR" sz="1800" b="0" dirty="0"/>
                        <a:t> que se projeta </a:t>
                      </a:r>
                      <a:r>
                        <a:rPr lang="fr-FR" sz="1800" b="1" dirty="0" err="1"/>
                        <a:t>diminuir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são</a:t>
                      </a:r>
                      <a:r>
                        <a:rPr lang="fr-FR" sz="1800" b="0" dirty="0"/>
                        <a:t>: </a:t>
                      </a:r>
                      <a:r>
                        <a:rPr lang="en-GB" sz="1800" b="0" i="0" u="sng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Epiabo</a:t>
                      </a:r>
                      <a:r>
                        <a:rPr lang="en-GB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Vermelho terra</a:t>
                      </a:r>
                      <a:r>
                        <a:rPr lang="fr-FR" sz="1800" b="0" dirty="0"/>
                        <a:t>
</a:t>
                      </a:r>
                      <a:r>
                        <a:rPr lang="fr-FR" sz="1800" b="0" dirty="0" err="1"/>
                        <a:t>Espécies</a:t>
                      </a:r>
                      <a:r>
                        <a:rPr lang="fr-FR" sz="1800" b="0" dirty="0"/>
                        <a:t> de </a:t>
                      </a:r>
                      <a:r>
                        <a:rPr lang="fr-FR" sz="1800" b="0" dirty="0" err="1"/>
                        <a:t>importância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econômica</a:t>
                      </a:r>
                      <a:r>
                        <a:rPr lang="fr-FR" sz="1800" b="0" dirty="0"/>
                        <a:t> que se projeta para </a:t>
                      </a:r>
                      <a:r>
                        <a:rPr lang="fr-FR" sz="1800" b="1" dirty="0" err="1"/>
                        <a:t>aumentar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são</a:t>
                      </a:r>
                      <a:r>
                        <a:rPr lang="fr-FR" sz="1800" b="0" dirty="0"/>
                        <a:t>: </a:t>
                      </a:r>
                      <a:r>
                        <a:rPr lang="fr-FR" sz="1800" b="0" u="sng" dirty="0" err="1"/>
                        <a:t>carapau</a:t>
                      </a:r>
                      <a:r>
                        <a:rPr lang="fr-FR" sz="1800" b="0" dirty="0"/>
                        <a:t>, </a:t>
                      </a:r>
                      <a:r>
                        <a:rPr lang="en-GB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Creole-fish</a:t>
                      </a:r>
                      <a:endParaRPr lang="it-IT" sz="1800" b="0" u="sng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it-IT" sz="1800" b="0" dirty="0"/>
                    </a:p>
                  </a:txBody>
                  <a:tcPr marL="91435" marR="91435" marT="45715" marB="45715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it-IT" sz="1800" b="0" dirty="0"/>
                    </a:p>
                  </a:txBody>
                  <a:tcPr marL="91435" marR="91435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42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3EF0-9666-E3AB-4BD2-CF4BF713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F5C5CF-F458-EE0F-663F-0303B9D70E6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89BBFA-AF53-C243-9761-87FD12CDF30C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3118D8-6AB8-14AB-B403-9CD4D6C06E6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3F7C7C0-5743-4A85-8A2C-EBFE111073F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E48199-30FF-1E9A-B771-3AD396A96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63094"/>
              </p:ext>
            </p:extLst>
          </p:nvPr>
        </p:nvGraphicFramePr>
        <p:xfrm>
          <a:off x="-16329" y="-38780"/>
          <a:ext cx="12208328" cy="689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0817">
                  <a:extLst>
                    <a:ext uri="{9D8B030D-6E8A-4147-A177-3AD203B41FA5}">
                      <a16:colId xmlns:a16="http://schemas.microsoft.com/office/drawing/2014/main" val="1482657541"/>
                    </a:ext>
                  </a:extLst>
                </a:gridCol>
                <a:gridCol w="3610817">
                  <a:extLst>
                    <a:ext uri="{9D8B030D-6E8A-4147-A177-3AD203B41FA5}">
                      <a16:colId xmlns:a16="http://schemas.microsoft.com/office/drawing/2014/main" val="3790858915"/>
                    </a:ext>
                  </a:extLst>
                </a:gridCol>
              </a:tblGrid>
              <a:tr h="1112386">
                <a:tc>
                  <a:txBody>
                    <a:bodyPr/>
                    <a:lstStyle/>
                    <a:p>
                      <a:r>
                        <a:rPr lang="it-IT" sz="1800" dirty="0"/>
                        <a:t>Risco </a:t>
                      </a:r>
                      <a:r>
                        <a:rPr lang="it-IT" sz="1800" dirty="0" err="1"/>
                        <a:t>Climático</a:t>
                      </a:r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Impacts</a:t>
                      </a:r>
                      <a:r>
                        <a:rPr lang="pt-BR" sz="1800" dirty="0"/>
                        <a:t> </a:t>
                      </a:r>
                      <a:r>
                        <a:rPr lang="pt-BR" sz="1800" dirty="0" err="1"/>
                        <a:t>on</a:t>
                      </a:r>
                      <a:r>
                        <a:rPr lang="pt-BR" sz="1800" dirty="0"/>
                        <a:t> </a:t>
                      </a:r>
                      <a:r>
                        <a:rPr lang="pt-BR" sz="1800" dirty="0" err="1"/>
                        <a:t>tourism</a:t>
                      </a:r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 err="1"/>
                        <a:t>Impacto</a:t>
                      </a:r>
                      <a:r>
                        <a:rPr lang="it-IT" sz="1800" dirty="0"/>
                        <a:t> </a:t>
                      </a:r>
                      <a:r>
                        <a:rPr lang="it-IT" sz="1800" dirty="0" err="1"/>
                        <a:t>na</a:t>
                      </a:r>
                      <a:r>
                        <a:rPr lang="it-IT" sz="1800" dirty="0"/>
                        <a:t> </a:t>
                      </a:r>
                      <a:r>
                        <a:rPr lang="it-IT" sz="1800" dirty="0" err="1"/>
                        <a:t>comunidade</a:t>
                      </a:r>
                      <a:endParaRPr lang="fr-GA" sz="1800"/>
                    </a:p>
                    <a:p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 err="1"/>
                        <a:t>Opção</a:t>
                      </a:r>
                      <a:r>
                        <a:rPr lang="it-IT" sz="1800" dirty="0"/>
                        <a:t> de </a:t>
                      </a:r>
                      <a:r>
                        <a:rPr lang="it-IT" sz="1800" dirty="0" err="1"/>
                        <a:t>adaptação</a:t>
                      </a:r>
                      <a:endParaRPr lang="fr-GA" sz="1800"/>
                    </a:p>
                    <a:p>
                      <a:endParaRPr lang="fr-GA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394">
                <a:tc>
                  <a:txBody>
                    <a:bodyPr/>
                    <a:lstStyle/>
                    <a:p>
                      <a:r>
                        <a:rPr lang="fr-FR" sz="1800" b="1" dirty="0"/>
                        <a:t>2. </a:t>
                      </a:r>
                      <a:r>
                        <a:rPr lang="fr-FR" sz="1800" dirty="0">
                          <a:hlinkClick r:id="" action="ppaction://noaction"/>
                        </a:rPr>
                        <a:t>Aumento de eventos climáticos extremos</a:t>
                      </a:r>
                      <a:endParaRPr lang="fr-FR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3. </a:t>
                      </a:r>
                      <a:r>
                        <a:rPr lang="pt-BR" b="0" dirty="0">
                          <a:hlinkClick r:id="" action="ppaction://noaction"/>
                        </a:rPr>
                        <a:t>Aumento do nível do mar</a:t>
                      </a:r>
                      <a:endParaRPr lang="fr-FR" b="0" dirty="0"/>
                    </a:p>
                    <a:p>
                      <a:endParaRPr lang="fr-FR" sz="1800" dirty="0"/>
                    </a:p>
                    <a:p>
                      <a:endParaRPr lang="fr-FR" sz="1800" dirty="0"/>
                    </a:p>
                    <a:p>
                      <a:endParaRPr lang="fr-FR" sz="1800" dirty="0"/>
                    </a:p>
                    <a:p>
                      <a:endParaRPr lang="fr-FR" sz="1800" dirty="0"/>
                    </a:p>
                    <a:p>
                      <a:endParaRPr lang="fr-FR" sz="1800" dirty="0"/>
                    </a:p>
                    <a:p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b="1" dirty="0"/>
                        <a:t>2.1</a:t>
                      </a:r>
                      <a:r>
                        <a:rPr lang="fr-FR" sz="1800" dirty="0"/>
                        <a:t> </a:t>
                      </a:r>
                      <a:r>
                        <a:rPr lang="pt-BR" sz="1800" dirty="0"/>
                        <a:t>Acidentes no mar e perda de vidas humanas,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b="1" dirty="0"/>
                        <a:t>2.2</a:t>
                      </a:r>
                      <a:r>
                        <a:rPr lang="fr-FR" sz="1800" dirty="0"/>
                        <a:t> </a:t>
                      </a:r>
                      <a:r>
                        <a:rPr lang="pt-BR" sz="1800" dirty="0"/>
                        <a:t>Destruição de embarcações e de material de pesca.</a:t>
                      </a: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b="1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b="1" dirty="0"/>
                        <a:t>2.3 </a:t>
                      </a:r>
                      <a:r>
                        <a:rPr lang="fr-FR" sz="1800" dirty="0" err="1"/>
                        <a:t>Inundações</a:t>
                      </a:r>
                      <a:r>
                        <a:rPr lang="fr-FR" sz="1800" dirty="0"/>
                        <a:t> </a:t>
                      </a:r>
                      <a:r>
                        <a:rPr lang="fr-FR" sz="1800" dirty="0" err="1"/>
                        <a:t>em</a:t>
                      </a:r>
                      <a:r>
                        <a:rPr lang="fr-FR" sz="1800" dirty="0"/>
                        <a:t> zonas </a:t>
                      </a:r>
                      <a:r>
                        <a:rPr lang="fr-FR" sz="1800" dirty="0" err="1"/>
                        <a:t>costeiras</a:t>
                      </a: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b="1" dirty="0"/>
                        <a:t>2.4 </a:t>
                      </a:r>
                      <a:r>
                        <a:rPr lang="fr-FR" sz="1800" dirty="0" err="1"/>
                        <a:t>Declínio</a:t>
                      </a:r>
                      <a:r>
                        <a:rPr lang="fr-FR" sz="1800" dirty="0"/>
                        <a:t> da </a:t>
                      </a:r>
                      <a:r>
                        <a:rPr lang="fr-FR" sz="1800" dirty="0" err="1"/>
                        <a:t>biodiversidade</a:t>
                      </a:r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fr-G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fr-GA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49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Lionel Kinadjian</a:t>
            </a:r>
          </a:p>
          <a:p>
            <a:pPr algn="ctr"/>
            <a:r>
              <a:rPr lang="en-GB" dirty="0">
                <a:hlinkClick r:id="rId6"/>
              </a:rPr>
              <a:t>L</a:t>
            </a:r>
            <a:r>
              <a:rPr lang="en-IT" dirty="0">
                <a:hlinkClick r:id="rId6"/>
              </a:rPr>
              <a:t>ionel.kinadjian@fao.org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529609" y="3626097"/>
            <a:ext cx="32764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>
                <a:ln/>
                <a:solidFill>
                  <a:schemeClr val="accent4"/>
                </a:solidFill>
                <a:effectLst/>
              </a:rPr>
              <a:t>Obrigado!</a:t>
            </a:r>
            <a:endParaRPr lang="en-GB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4255</TotalTime>
  <Words>317</Words>
  <Application>Microsoft Macintosh PowerPoint</Application>
  <PresentationFormat>Widescreen</PresentationFormat>
  <Paragraphs>42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240</cp:revision>
  <dcterms:created xsi:type="dcterms:W3CDTF">2025-11-12T15:08:01Z</dcterms:created>
  <dcterms:modified xsi:type="dcterms:W3CDTF">2025-12-02T08:53:20Z</dcterms:modified>
</cp:coreProperties>
</file>