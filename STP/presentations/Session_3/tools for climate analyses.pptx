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78" r:id="rId5"/>
    <p:sldId id="314" r:id="rId6"/>
    <p:sldId id="261" r:id="rId7"/>
    <p:sldId id="312" r:id="rId8"/>
    <p:sldId id="313" r:id="rId9"/>
    <p:sldId id="31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  <p188:author id="{B92A83A0-5420-7D65-113B-0531AF5D4A77}" name="Katharpi, Jirlyne (OCBD)" initials="JK" userId="S::Jirlyne.Katharpi@fao.org::c4442e1d-5bb9-41de-8209-ba4679697c4a" providerId="AD"/>
  <p188:author id="{4E006FF0-B7A9-ACA9-7106-93C4C12DE256}" name="Valat, Nadine (OCB)" initials="NV" userId="S::Nadine.Valat@fao.org::0a159672-55d1-4730-a53a-772adc9691c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8D925-793F-447B-8BB0-F75EDE0268A2}" v="19" dt="2025-11-17T08:22:10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37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54C49FCB-CE70-4530-A1A9-E0EA58CC5D69}"/>
    <pc:docChg chg="undo custSel addSld delSld modSld">
      <pc:chgData name="Greenrod, Samuel (OCBD)" userId="2206092a-8a12-487a-a963-cafe9a401430" providerId="ADAL" clId="{54C49FCB-CE70-4530-A1A9-E0EA58CC5D69}" dt="2025-11-17T08:48:27.960" v="299" actId="478"/>
      <pc:docMkLst>
        <pc:docMk/>
      </pc:docMkLst>
      <pc:sldChg chg="delSp mod">
        <pc:chgData name="Greenrod, Samuel (OCBD)" userId="2206092a-8a12-487a-a963-cafe9a401430" providerId="ADAL" clId="{54C49FCB-CE70-4530-A1A9-E0EA58CC5D69}" dt="2025-11-17T08:48:16.282" v="294" actId="478"/>
        <pc:sldMkLst>
          <pc:docMk/>
          <pc:sldMk cId="2766163668" sldId="261"/>
        </pc:sldMkLst>
        <pc:picChg chg="del">
          <ac:chgData name="Greenrod, Samuel (OCBD)" userId="2206092a-8a12-487a-a963-cafe9a401430" providerId="ADAL" clId="{54C49FCB-CE70-4530-A1A9-E0EA58CC5D69}" dt="2025-11-17T08:48:16.282" v="294" actId="478"/>
          <ac:picMkLst>
            <pc:docMk/>
            <pc:sldMk cId="2766163668" sldId="261"/>
            <ac:picMk id="4" creationId="{8826921F-4FE7-00C9-8D7F-C8B9E6F28BB7}"/>
          </ac:picMkLst>
        </pc:picChg>
      </pc:sldChg>
      <pc:sldChg chg="delSp mod">
        <pc:chgData name="Greenrod, Samuel (OCBD)" userId="2206092a-8a12-487a-a963-cafe9a401430" providerId="ADAL" clId="{54C49FCB-CE70-4530-A1A9-E0EA58CC5D69}" dt="2025-11-17T08:48:18.702" v="295" actId="478"/>
        <pc:sldMkLst>
          <pc:docMk/>
          <pc:sldMk cId="147372020" sldId="262"/>
        </pc:sldMkLst>
        <pc:picChg chg="del">
          <ac:chgData name="Greenrod, Samuel (OCBD)" userId="2206092a-8a12-487a-a963-cafe9a401430" providerId="ADAL" clId="{54C49FCB-CE70-4530-A1A9-E0EA58CC5D69}" dt="2025-11-17T08:48:18.702" v="295" actId="478"/>
          <ac:picMkLst>
            <pc:docMk/>
            <pc:sldMk cId="147372020" sldId="262"/>
            <ac:picMk id="4" creationId="{E3CC1D01-A494-499B-497F-CBF312F00B7D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1.549" v="27" actId="47"/>
        <pc:sldMkLst>
          <pc:docMk/>
          <pc:sldMk cId="949652993" sldId="264"/>
        </pc:sldMkLst>
      </pc:sldChg>
      <pc:sldChg chg="del">
        <pc:chgData name="Greenrod, Samuel (OCBD)" userId="2206092a-8a12-487a-a963-cafe9a401430" providerId="ADAL" clId="{54C49FCB-CE70-4530-A1A9-E0EA58CC5D69}" dt="2025-11-17T07:56:21.990" v="28" actId="47"/>
        <pc:sldMkLst>
          <pc:docMk/>
          <pc:sldMk cId="1624480387" sldId="265"/>
        </pc:sldMkLst>
      </pc:sldChg>
      <pc:sldChg chg="delSp mod">
        <pc:chgData name="Greenrod, Samuel (OCBD)" userId="2206092a-8a12-487a-a963-cafe9a401430" providerId="ADAL" clId="{54C49FCB-CE70-4530-A1A9-E0EA58CC5D69}" dt="2025-11-17T08:48:20.761" v="296" actId="478"/>
        <pc:sldMkLst>
          <pc:docMk/>
          <pc:sldMk cId="2578936741" sldId="271"/>
        </pc:sldMkLst>
        <pc:picChg chg="del">
          <ac:chgData name="Greenrod, Samuel (OCBD)" userId="2206092a-8a12-487a-a963-cafe9a401430" providerId="ADAL" clId="{54C49FCB-CE70-4530-A1A9-E0EA58CC5D69}" dt="2025-11-17T08:48:20.761" v="296" actId="478"/>
          <ac:picMkLst>
            <pc:docMk/>
            <pc:sldMk cId="2578936741" sldId="271"/>
            <ac:picMk id="4" creationId="{11486565-DD02-60CC-CB0C-56CE71528CD4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3.585" v="29" actId="47"/>
        <pc:sldMkLst>
          <pc:docMk/>
          <pc:sldMk cId="3626862724" sldId="272"/>
        </pc:sldMkLst>
      </pc:sldChg>
      <pc:sldChg chg="del">
        <pc:chgData name="Greenrod, Samuel (OCBD)" userId="2206092a-8a12-487a-a963-cafe9a401430" providerId="ADAL" clId="{54C49FCB-CE70-4530-A1A9-E0EA58CC5D69}" dt="2025-11-17T07:56:23.819" v="30" actId="47"/>
        <pc:sldMkLst>
          <pc:docMk/>
          <pc:sldMk cId="1594676965" sldId="274"/>
        </pc:sldMkLst>
      </pc:sldChg>
      <pc:sldChg chg="del">
        <pc:chgData name="Greenrod, Samuel (OCBD)" userId="2206092a-8a12-487a-a963-cafe9a401430" providerId="ADAL" clId="{54C49FCB-CE70-4530-A1A9-E0EA58CC5D69}" dt="2025-11-17T07:56:25.115" v="31" actId="47"/>
        <pc:sldMkLst>
          <pc:docMk/>
          <pc:sldMk cId="1794463847" sldId="275"/>
        </pc:sldMkLst>
      </pc:sldChg>
      <pc:sldChg chg="del">
        <pc:chgData name="Greenrod, Samuel (OCBD)" userId="2206092a-8a12-487a-a963-cafe9a401430" providerId="ADAL" clId="{54C49FCB-CE70-4530-A1A9-E0EA58CC5D69}" dt="2025-11-17T07:56:25.497" v="32" actId="47"/>
        <pc:sldMkLst>
          <pc:docMk/>
          <pc:sldMk cId="3191509225" sldId="276"/>
        </pc:sldMkLst>
      </pc:sldChg>
      <pc:sldChg chg="del">
        <pc:chgData name="Greenrod, Samuel (OCBD)" userId="2206092a-8a12-487a-a963-cafe9a401430" providerId="ADAL" clId="{54C49FCB-CE70-4530-A1A9-E0EA58CC5D69}" dt="2025-11-17T07:56:20.249" v="26" actId="47"/>
        <pc:sldMkLst>
          <pc:docMk/>
          <pc:sldMk cId="572669901" sldId="280"/>
        </pc:sldMkLst>
      </pc:sldChg>
      <pc:sldChg chg="addSp delSp modSp mod">
        <pc:chgData name="Greenrod, Samuel (OCBD)" userId="2206092a-8a12-487a-a963-cafe9a401430" providerId="ADAL" clId="{54C49FCB-CE70-4530-A1A9-E0EA58CC5D69}" dt="2025-11-17T08:48:22.578" v="297" actId="478"/>
        <pc:sldMkLst>
          <pc:docMk/>
          <pc:sldMk cId="2011615651" sldId="281"/>
        </pc:sldMkLst>
        <pc:spChg chg="mod">
          <ac:chgData name="Greenrod, Samuel (OCBD)" userId="2206092a-8a12-487a-a963-cafe9a401430" providerId="ADAL" clId="{54C49FCB-CE70-4530-A1A9-E0EA58CC5D69}" dt="2025-11-17T08:03:57.454" v="71" actId="27636"/>
          <ac:spMkLst>
            <pc:docMk/>
            <pc:sldMk cId="2011615651" sldId="281"/>
            <ac:spMk id="3" creationId="{CA00AF49-CC44-25D9-3735-EF8C3DBD2D0F}"/>
          </ac:spMkLst>
        </pc:spChg>
        <pc:spChg chg="add mod">
          <ac:chgData name="Greenrod, Samuel (OCBD)" userId="2206092a-8a12-487a-a963-cafe9a401430" providerId="ADAL" clId="{54C49FCB-CE70-4530-A1A9-E0EA58CC5D69}" dt="2025-11-17T07:56:03.898" v="24" actId="113"/>
          <ac:spMkLst>
            <pc:docMk/>
            <pc:sldMk cId="2011615651" sldId="281"/>
            <ac:spMk id="13" creationId="{583A28C2-A26F-6AEF-A405-EFD1071BBBC3}"/>
          </ac:spMkLst>
        </pc:spChg>
        <pc:picChg chg="del">
          <ac:chgData name="Greenrod, Samuel (OCBD)" userId="2206092a-8a12-487a-a963-cafe9a401430" providerId="ADAL" clId="{54C49FCB-CE70-4530-A1A9-E0EA58CC5D69}" dt="2025-11-17T08:48:22.578" v="297" actId="478"/>
          <ac:picMkLst>
            <pc:docMk/>
            <pc:sldMk cId="2011615651" sldId="281"/>
            <ac:picMk id="4" creationId="{624E25BF-3146-3C97-7550-F3FD068C318C}"/>
          </ac:picMkLst>
        </pc:picChg>
        <pc:picChg chg="add del mod">
          <ac:chgData name="Greenrod, Samuel (OCBD)" userId="2206092a-8a12-487a-a963-cafe9a401430" providerId="ADAL" clId="{54C49FCB-CE70-4530-A1A9-E0EA58CC5D69}" dt="2025-11-17T07:54:06.673" v="5" actId="478"/>
          <ac:picMkLst>
            <pc:docMk/>
            <pc:sldMk cId="2011615651" sldId="281"/>
            <ac:picMk id="7" creationId="{87FEC22F-80D9-E74D-D583-996FE78300EA}"/>
          </ac:picMkLst>
        </pc:picChg>
        <pc:picChg chg="add mod">
          <ac:chgData name="Greenrod, Samuel (OCBD)" userId="2206092a-8a12-487a-a963-cafe9a401430" providerId="ADAL" clId="{54C49FCB-CE70-4530-A1A9-E0EA58CC5D69}" dt="2025-11-17T07:56:05.302" v="25" actId="1076"/>
          <ac:picMkLst>
            <pc:docMk/>
            <pc:sldMk cId="2011615651" sldId="281"/>
            <ac:picMk id="12" creationId="{415DF548-4296-243F-F7AD-D7BBD189587B}"/>
          </ac:picMkLst>
        </pc:picChg>
        <pc:picChg chg="del">
          <ac:chgData name="Greenrod, Samuel (OCBD)" userId="2206092a-8a12-487a-a963-cafe9a401430" providerId="ADAL" clId="{54C49FCB-CE70-4530-A1A9-E0EA58CC5D69}" dt="2025-11-17T07:55:18.005" v="7" actId="478"/>
          <ac:picMkLst>
            <pc:docMk/>
            <pc:sldMk cId="2011615651" sldId="281"/>
            <ac:picMk id="1026" creationId="{C6B48F5A-6657-21D2-C0C2-1F7FFA584A56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6.021" v="298" actId="478"/>
        <pc:sldMkLst>
          <pc:docMk/>
          <pc:sldMk cId="678195566" sldId="282"/>
        </pc:sldMkLst>
        <pc:spChg chg="mod">
          <ac:chgData name="Greenrod, Samuel (OCBD)" userId="2206092a-8a12-487a-a963-cafe9a401430" providerId="ADAL" clId="{54C49FCB-CE70-4530-A1A9-E0EA58CC5D69}" dt="2025-11-17T08:23:12.457" v="226" actId="20577"/>
          <ac:spMkLst>
            <pc:docMk/>
            <pc:sldMk cId="678195566" sldId="282"/>
            <ac:spMk id="2" creationId="{DFC6BEEC-2188-F867-43DB-F47FFD013174}"/>
          </ac:spMkLst>
        </pc:spChg>
        <pc:spChg chg="del">
          <ac:chgData name="Greenrod, Samuel (OCBD)" userId="2206092a-8a12-487a-a963-cafe9a401430" providerId="ADAL" clId="{54C49FCB-CE70-4530-A1A9-E0EA58CC5D69}" dt="2025-11-17T08:16:01.618" v="76" actId="478"/>
          <ac:spMkLst>
            <pc:docMk/>
            <pc:sldMk cId="678195566" sldId="282"/>
            <ac:spMk id="13" creationId="{4D53649F-826A-A1BD-DEA0-5B4CEE6DCDAA}"/>
          </ac:spMkLst>
        </pc:spChg>
        <pc:grpChg chg="add mod">
          <ac:chgData name="Greenrod, Samuel (OCBD)" userId="2206092a-8a12-487a-a963-cafe9a401430" providerId="ADAL" clId="{54C49FCB-CE70-4530-A1A9-E0EA58CC5D69}" dt="2025-11-17T08:20:41.839" v="122" actId="1076"/>
          <ac:grpSpMkLst>
            <pc:docMk/>
            <pc:sldMk cId="678195566" sldId="282"/>
            <ac:grpSpMk id="16" creationId="{885250F6-DF62-FCE2-81E4-949F51A4F186}"/>
          </ac:grpSpMkLst>
        </pc:grpChg>
        <pc:picChg chg="del">
          <ac:chgData name="Greenrod, Samuel (OCBD)" userId="2206092a-8a12-487a-a963-cafe9a401430" providerId="ADAL" clId="{54C49FCB-CE70-4530-A1A9-E0EA58CC5D69}" dt="2025-11-17T08:48:26.021" v="298" actId="478"/>
          <ac:picMkLst>
            <pc:docMk/>
            <pc:sldMk cId="678195566" sldId="282"/>
            <ac:picMk id="4" creationId="{57B4E25D-5DFD-6730-A208-4B9881972482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7" creationId="{7B7152C8-A687-4CE0-4C06-E0CE31385723}"/>
          </ac:picMkLst>
        </pc:picChg>
        <pc:picChg chg="add mod or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1" creationId="{4AC6E5C5-6BB9-E6C7-69CD-8AB8E84F541D}"/>
          </ac:picMkLst>
        </pc:picChg>
        <pc:picChg chg="del">
          <ac:chgData name="Greenrod, Samuel (OCBD)" userId="2206092a-8a12-487a-a963-cafe9a401430" providerId="ADAL" clId="{54C49FCB-CE70-4530-A1A9-E0EA58CC5D69}" dt="2025-11-17T08:16:00.801" v="75" actId="478"/>
          <ac:picMkLst>
            <pc:docMk/>
            <pc:sldMk cId="678195566" sldId="282"/>
            <ac:picMk id="12" creationId="{4BEF24AC-BFB5-55C0-5B51-8ABC92287567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4" creationId="{2F0057FA-0263-8823-C51F-89921A350926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5" creationId="{12C60F36-1F90-86EB-B026-56D4C926D9FA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7.960" v="299" actId="478"/>
        <pc:sldMkLst>
          <pc:docMk/>
          <pc:sldMk cId="1216405978" sldId="283"/>
        </pc:sldMkLst>
        <pc:spChg chg="mod">
          <ac:chgData name="Greenrod, Samuel (OCBD)" userId="2206092a-8a12-487a-a963-cafe9a401430" providerId="ADAL" clId="{54C49FCB-CE70-4530-A1A9-E0EA58CC5D69}" dt="2025-11-17T08:23:22.360" v="276" actId="20577"/>
          <ac:spMkLst>
            <pc:docMk/>
            <pc:sldMk cId="1216405978" sldId="283"/>
            <ac:spMk id="2" creationId="{215C10F8-8770-8344-0577-1F11F2499CA8}"/>
          </ac:spMkLst>
        </pc:spChg>
        <pc:spChg chg="mod">
          <ac:chgData name="Greenrod, Samuel (OCBD)" userId="2206092a-8a12-487a-a963-cafe9a401430" providerId="ADAL" clId="{54C49FCB-CE70-4530-A1A9-E0EA58CC5D69}" dt="2025-11-17T08:23:28.345" v="293" actId="20577"/>
          <ac:spMkLst>
            <pc:docMk/>
            <pc:sldMk cId="1216405978" sldId="283"/>
            <ac:spMk id="3" creationId="{47B9E260-AD0F-9C4C-53DD-39538E4F83DE}"/>
          </ac:spMkLst>
        </pc:spChg>
        <pc:grpChg chg="del">
          <ac:chgData name="Greenrod, Samuel (OCBD)" userId="2206092a-8a12-487a-a963-cafe9a401430" providerId="ADAL" clId="{54C49FCB-CE70-4530-A1A9-E0EA58CC5D69}" dt="2025-11-17T08:21:08.628" v="130" actId="478"/>
          <ac:grpSpMkLst>
            <pc:docMk/>
            <pc:sldMk cId="1216405978" sldId="283"/>
            <ac:grpSpMk id="16" creationId="{6B7EFE0A-972F-FE23-4028-326AEFBCA30A}"/>
          </ac:grpSpMkLst>
        </pc:grpChg>
        <pc:picChg chg="del">
          <ac:chgData name="Greenrod, Samuel (OCBD)" userId="2206092a-8a12-487a-a963-cafe9a401430" providerId="ADAL" clId="{54C49FCB-CE70-4530-A1A9-E0EA58CC5D69}" dt="2025-11-17T08:48:27.960" v="299" actId="478"/>
          <ac:picMkLst>
            <pc:docMk/>
            <pc:sldMk cId="1216405978" sldId="283"/>
            <ac:picMk id="4" creationId="{4B7DBCC9-4A47-7C29-C24A-74C873C3A46A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2" creationId="{9AE2574A-E692-CF26-80FC-C0A15C10A4CA}"/>
          </ac:picMkLst>
        </pc:picChg>
        <pc:picChg chg="add mod or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3" creationId="{D0F08044-FE35-3897-954F-E756FFA425D0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7" creationId="{3934C56D-634D-6515-306C-F842E14C195D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8" creationId="{4B4037E7-EFB5-E407-FE1A-CDCE04E2881A}"/>
          </ac:picMkLst>
        </pc:picChg>
      </pc:sldChg>
    </pc:docChg>
  </pc:docChgLst>
  <pc:docChgLst>
    <pc:chgData name="Greenrod, Samuel (OCBD)" userId="2206092a-8a12-487a-a963-cafe9a401430" providerId="ADAL" clId="{E3E79E2D-8612-4160-B288-21B9B925C666}"/>
    <pc:docChg chg="undo custSel addSld modSld">
      <pc:chgData name="Greenrod, Samuel (OCBD)" userId="2206092a-8a12-487a-a963-cafe9a401430" providerId="ADAL" clId="{E3E79E2D-8612-4160-B288-21B9B925C666}" dt="2025-11-12T18:30:16.026" v="1324" actId="20577"/>
      <pc:docMkLst>
        <pc:docMk/>
      </pc:docMkLst>
      <pc:sldChg chg="modSp mod">
        <pc:chgData name="Greenrod, Samuel (OCBD)" userId="2206092a-8a12-487a-a963-cafe9a401430" providerId="ADAL" clId="{E3E79E2D-8612-4160-B288-21B9B925C666}" dt="2025-11-12T16:14:03.582" v="39" actId="20577"/>
        <pc:sldMkLst>
          <pc:docMk/>
          <pc:sldMk cId="2766163668" sldId="261"/>
        </pc:sldMkLst>
        <pc:spChg chg="mod">
          <ac:chgData name="Greenrod, Samuel (OCBD)" userId="2206092a-8a12-487a-a963-cafe9a401430" providerId="ADAL" clId="{E3E79E2D-8612-4160-B288-21B9B925C666}" dt="2025-11-12T16:14:03.582" v="39" actId="20577"/>
          <ac:spMkLst>
            <pc:docMk/>
            <pc:sldMk cId="2766163668" sldId="261"/>
            <ac:spMk id="3" creationId="{4E3F9C69-A220-021D-6DCA-DB13628BC29F}"/>
          </ac:spMkLst>
        </pc:spChg>
      </pc:sldChg>
      <pc:sldChg chg="addSp delSp modSp mod">
        <pc:chgData name="Greenrod, Samuel (OCBD)" userId="2206092a-8a12-487a-a963-cafe9a401430" providerId="ADAL" clId="{E3E79E2D-8612-4160-B288-21B9B925C666}" dt="2025-11-12T16:23:13.446" v="511" actId="1076"/>
        <pc:sldMkLst>
          <pc:docMk/>
          <pc:sldMk cId="147372020" sldId="262"/>
        </pc:sldMkLst>
        <pc:spChg chg="mod">
          <ac:chgData name="Greenrod, Samuel (OCBD)" userId="2206092a-8a12-487a-a963-cafe9a401430" providerId="ADAL" clId="{E3E79E2D-8612-4160-B288-21B9B925C666}" dt="2025-11-12T16:14:13" v="69" actId="20577"/>
          <ac:spMkLst>
            <pc:docMk/>
            <pc:sldMk cId="147372020" sldId="262"/>
            <ac:spMk id="2" creationId="{E8639597-57ED-0A4B-54BB-C49E2BC6658E}"/>
          </ac:spMkLst>
        </pc:spChg>
        <pc:spChg chg="mod">
          <ac:chgData name="Greenrod, Samuel (OCBD)" userId="2206092a-8a12-487a-a963-cafe9a401430" providerId="ADAL" clId="{E3E79E2D-8612-4160-B288-21B9B925C666}" dt="2025-11-12T16:22:12.337" v="504" actId="27636"/>
          <ac:spMkLst>
            <pc:docMk/>
            <pc:sldMk cId="147372020" sldId="262"/>
            <ac:spMk id="3" creationId="{658F7D0B-3588-08B0-0049-708DBA68FA54}"/>
          </ac:spMkLst>
        </pc:spChg>
        <pc:spChg chg="add">
          <ac:chgData name="Greenrod, Samuel (OCBD)" userId="2206092a-8a12-487a-a963-cafe9a401430" providerId="ADAL" clId="{E3E79E2D-8612-4160-B288-21B9B925C666}" dt="2025-11-12T16:22:46.542" v="508"/>
          <ac:spMkLst>
            <pc:docMk/>
            <pc:sldMk cId="147372020" sldId="262"/>
            <ac:spMk id="11" creationId="{59CF9D43-43CA-D8E6-83D4-27A48D4A24CD}"/>
          </ac:spMkLst>
        </pc:spChg>
        <pc:picChg chg="mod">
          <ac:chgData name="Greenrod, Samuel (OCBD)" userId="2206092a-8a12-487a-a963-cafe9a401430" providerId="ADAL" clId="{E3E79E2D-8612-4160-B288-21B9B925C666}" dt="2025-11-12T16:22:16.471" v="507" actId="1076"/>
          <ac:picMkLst>
            <pc:docMk/>
            <pc:sldMk cId="147372020" sldId="262"/>
            <ac:picMk id="7" creationId="{D61BADDF-C5BC-0447-82E4-24C81F870AA9}"/>
          </ac:picMkLst>
        </pc:picChg>
        <pc:picChg chg="add mod">
          <ac:chgData name="Greenrod, Samuel (OCBD)" userId="2206092a-8a12-487a-a963-cafe9a401430" providerId="ADAL" clId="{E3E79E2D-8612-4160-B288-21B9B925C666}" dt="2025-11-12T16:23:13.446" v="511" actId="1076"/>
          <ac:picMkLst>
            <pc:docMk/>
            <pc:sldMk cId="147372020" sldId="262"/>
            <ac:picMk id="2052" creationId="{80CE6463-F610-8DAE-67CE-A3632DC44414}"/>
          </ac:picMkLst>
        </pc:picChg>
      </pc:sldChg>
      <pc:sldChg chg="addSp delSp modSp mod">
        <pc:chgData name="Greenrod, Samuel (OCBD)" userId="2206092a-8a12-487a-a963-cafe9a401430" providerId="ADAL" clId="{E3E79E2D-8612-4160-B288-21B9B925C666}" dt="2025-11-12T18:26:53.382" v="1277" actId="1076"/>
        <pc:sldMkLst>
          <pc:docMk/>
          <pc:sldMk cId="2578936741" sldId="271"/>
        </pc:sldMkLst>
        <pc:spChg chg="mod">
          <ac:chgData name="Greenrod, Samuel (OCBD)" userId="2206092a-8a12-487a-a963-cafe9a401430" providerId="ADAL" clId="{E3E79E2D-8612-4160-B288-21B9B925C666}" dt="2025-11-12T17:42:12.757" v="579"/>
          <ac:spMkLst>
            <pc:docMk/>
            <pc:sldMk cId="2578936741" sldId="271"/>
            <ac:spMk id="2" creationId="{28B30A41-F933-5C82-61A3-1B3C6F20B557}"/>
          </ac:spMkLst>
        </pc:spChg>
        <pc:spChg chg="mod">
          <ac:chgData name="Greenrod, Samuel (OCBD)" userId="2206092a-8a12-487a-a963-cafe9a401430" providerId="ADAL" clId="{E3E79E2D-8612-4160-B288-21B9B925C666}" dt="2025-11-12T18:26:49.291" v="1274" actId="27636"/>
          <ac:spMkLst>
            <pc:docMk/>
            <pc:sldMk cId="2578936741" sldId="271"/>
            <ac:spMk id="3" creationId="{00ECA1D0-D97E-0CD4-9A3F-D588798CFC2D}"/>
          </ac:spMkLst>
        </pc:spChg>
        <pc:picChg chg="add mod">
          <ac:chgData name="Greenrod, Samuel (OCBD)" userId="2206092a-8a12-487a-a963-cafe9a401430" providerId="ADAL" clId="{E3E79E2D-8612-4160-B288-21B9B925C666}" dt="2025-11-12T18:26:53.382" v="1277" actId="1076"/>
          <ac:picMkLst>
            <pc:docMk/>
            <pc:sldMk cId="2578936741" sldId="271"/>
            <ac:picMk id="1026" creationId="{F028766C-0F4A-1C6A-5A7D-A27BAB303371}"/>
          </ac:picMkLst>
        </pc:picChg>
      </pc:sldChg>
      <pc:sldChg chg="modSp mod">
        <pc:chgData name="Greenrod, Samuel (OCBD)" userId="2206092a-8a12-487a-a963-cafe9a401430" providerId="ADAL" clId="{E3E79E2D-8612-4160-B288-21B9B925C666}" dt="2025-11-12T16:13:37.458" v="37" actId="20577"/>
        <pc:sldMkLst>
          <pc:docMk/>
          <pc:sldMk cId="3596195578" sldId="278"/>
        </pc:sldMkLst>
        <pc:spChg chg="mod">
          <ac:chgData name="Greenrod, Samuel (OCBD)" userId="2206092a-8a12-487a-a963-cafe9a401430" providerId="ADAL" clId="{E3E79E2D-8612-4160-B288-21B9B925C666}" dt="2025-11-12T16:13:37.458" v="37" actId="20577"/>
          <ac:spMkLst>
            <pc:docMk/>
            <pc:sldMk cId="3596195578" sldId="278"/>
            <ac:spMk id="3" creationId="{B65361E7-4E15-CD6C-8E77-8F89B5B7D557}"/>
          </ac:spMkLst>
        </pc:spChg>
      </pc:sldChg>
      <pc:sldChg chg="modSp add mod">
        <pc:chgData name="Greenrod, Samuel (OCBD)" userId="2206092a-8a12-487a-a963-cafe9a401430" providerId="ADAL" clId="{E3E79E2D-8612-4160-B288-21B9B925C666}" dt="2025-11-12T18:30:16.026" v="1324" actId="20577"/>
        <pc:sldMkLst>
          <pc:docMk/>
          <pc:sldMk cId="2011615651" sldId="281"/>
        </pc:sldMkLst>
        <pc:spChg chg="mod">
          <ac:chgData name="Greenrod, Samuel (OCBD)" userId="2206092a-8a12-487a-a963-cafe9a401430" providerId="ADAL" clId="{E3E79E2D-8612-4160-B288-21B9B925C666}" dt="2025-11-12T18:27:03.127" v="1304" actId="20577"/>
          <ac:spMkLst>
            <pc:docMk/>
            <pc:sldMk cId="2011615651" sldId="281"/>
            <ac:spMk id="2" creationId="{B3B18A85-4BA1-8306-551E-E13EE80979A6}"/>
          </ac:spMkLst>
        </pc:spChg>
        <pc:spChg chg="mod">
          <ac:chgData name="Greenrod, Samuel (OCBD)" userId="2206092a-8a12-487a-a963-cafe9a401430" providerId="ADAL" clId="{E3E79E2D-8612-4160-B288-21B9B925C666}" dt="2025-11-12T18:30:16.026" v="1324" actId="20577"/>
          <ac:spMkLst>
            <pc:docMk/>
            <pc:sldMk cId="2011615651" sldId="281"/>
            <ac:spMk id="3" creationId="{CA00AF49-CC44-25D9-3735-EF8C3DBD2D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B1DDD-8229-2C4E-8910-A0E8F8BF9E17}" type="datetimeFigureOut">
              <a:rPr lang="en-IT" smtClean="0"/>
              <a:t>28/11/25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EB3D3-B3A3-294A-AD01-6523D7C99E7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9104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ds.climate.copernicus.eu/" TargetMode="External"/><Relationship Id="rId2" Type="http://schemas.openxmlformats.org/officeDocument/2006/relationships/hyperlink" Target="https://esgf-node.ipsl.upmc.fr/projects/esgf-ipsl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xarray.dev/en/stable/" TargetMode="External"/><Relationship Id="rId2" Type="http://schemas.openxmlformats.org/officeDocument/2006/relationships/hyperlink" Target="https://www.isimip.org/protocol/preparing-simulation-files/cdo-help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antanderMetGroup/climate4R" TargetMode="External"/><Relationship Id="rId4" Type="http://schemas.openxmlformats.org/officeDocument/2006/relationships/hyperlink" Target="https://xclim.readthedocs.io/en/stable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amuel.greenrod@fao.org" TargetMode="External"/><Relationship Id="rId4" Type="http://schemas.openxmlformats.org/officeDocument/2006/relationships/hyperlink" Target="mailto:Riccardo.soldan@fao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Tools for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climate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and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sectoral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risk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analyses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Riccardo Soldan</a:t>
            </a: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62913-7D4F-4229-D5FF-FFFB8247A55B}"/>
              </a:ext>
            </a:extLst>
          </p:cNvPr>
          <p:cNvSpPr txBox="1"/>
          <p:nvPr/>
        </p:nvSpPr>
        <p:spPr>
          <a:xfrm>
            <a:off x="7044825" y="6581001"/>
            <a:ext cx="514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Link to all materials: </a:t>
            </a:r>
            <a:r>
              <a:rPr lang="en-GB" sz="1200" dirty="0">
                <a:solidFill>
                  <a:srgbClr val="00B0F0"/>
                </a:solidFill>
              </a:rPr>
              <a:t>https://</a:t>
            </a:r>
            <a:r>
              <a:rPr lang="en-GB" sz="1200" dirty="0" err="1">
                <a:solidFill>
                  <a:srgbClr val="00B0F0"/>
                </a:solidFill>
              </a:rPr>
              <a:t>github.com</a:t>
            </a:r>
            <a:r>
              <a:rPr lang="en-GB" sz="1200" dirty="0">
                <a:solidFill>
                  <a:srgbClr val="00B0F0"/>
                </a:solidFill>
              </a:rPr>
              <a:t>/Risk-Team/trainings/tree/main/STP</a:t>
            </a:r>
            <a:endParaRPr lang="en-IT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42A0F-F693-174E-8949-2A6CFA6A3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397CC-11A4-0AD8-F08B-265A22EB0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4627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we get to this output?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D5B073-F3A2-1C93-5920-D4B084025A2C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E8ABD45-A587-4795-80E8-A6D2D61386C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E79E4C6-F280-951B-E62E-07207E69E511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56F58009-178C-1DA1-2B9A-453C023AFA4E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263392DD-F736-2338-BB91-139873C0E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742" y="1690688"/>
            <a:ext cx="6123657" cy="468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227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B30C-2D87-C74C-405A-670FB3C3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8B82-CF15-26F3-A6FC-DCE25512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4627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we get the climate data from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5BC09-408A-A028-15E5-244AD70E24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C4ED02-B311-5215-DA5F-A9BBBC88F0C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C1761-CCEE-58BE-9A61-751EE1C6112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08523A1-7290-2AF3-16D5-A52FAFE12B6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3E72ED3-C1B0-DB57-A4EF-BFC5A9CDA716}"/>
              </a:ext>
            </a:extLst>
          </p:cNvPr>
          <p:cNvSpPr txBox="1"/>
          <p:nvPr/>
        </p:nvSpPr>
        <p:spPr>
          <a:xfrm>
            <a:off x="838199" y="3094074"/>
            <a:ext cx="79425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hlinkClick r:id="rId2"/>
              </a:rPr>
              <a:t>Earth System Grid Federation (ESGF)</a:t>
            </a:r>
            <a:endParaRPr lang="en-GB" b="1" dirty="0"/>
          </a:p>
          <a:p>
            <a:pPr>
              <a:lnSpc>
                <a:spcPct val="150000"/>
              </a:lnSpc>
            </a:pPr>
            <a:r>
              <a:rPr lang="en-GB" b="1" dirty="0">
                <a:hlinkClick r:id="rId3"/>
              </a:rPr>
              <a:t>Copernicus Climate Data Store (CDS)</a:t>
            </a:r>
            <a:endParaRPr lang="en-GB" b="1" dirty="0"/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766163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33D23-C9D0-D509-D276-006CBAA55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E189-C4A3-A36D-2D71-C37F26BB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4627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 we need to know to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climate data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44CE37-9050-8530-887D-7316A6740EE2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98748E-B841-772E-C9D1-A453F1CF5083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549CB2-18D3-7646-5B43-911F17A8722C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F58F1ACC-1D91-5564-E2EF-98255858D16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73BC070-A76E-0752-4EB9-1871001DD1B9}"/>
              </a:ext>
            </a:extLst>
          </p:cNvPr>
          <p:cNvSpPr/>
          <p:nvPr/>
        </p:nvSpPr>
        <p:spPr>
          <a:xfrm>
            <a:off x="3961604" y="3030280"/>
            <a:ext cx="3795823" cy="2360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IT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 (Climate Data Operator)</a:t>
            </a:r>
            <a:endParaRPr lang="en-IT" dirty="0">
              <a:solidFill>
                <a:srgbClr val="FFC000"/>
              </a:solidFill>
            </a:endParaRPr>
          </a:p>
          <a:p>
            <a:endParaRPr lang="en-IT" dirty="0">
              <a:solidFill>
                <a:srgbClr val="FFC000"/>
              </a:solidFill>
            </a:endParaRPr>
          </a:p>
          <a:p>
            <a:r>
              <a:rPr lang="en-IT" dirty="0">
                <a:solidFill>
                  <a:srgbClr val="FFC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Xarray</a:t>
            </a:r>
            <a:endParaRPr lang="en-IT" dirty="0">
              <a:solidFill>
                <a:srgbClr val="FFC000"/>
              </a:solidFill>
            </a:endParaRPr>
          </a:p>
          <a:p>
            <a:endParaRPr lang="en-IT" dirty="0">
              <a:solidFill>
                <a:srgbClr val="FFC000"/>
              </a:solidFill>
            </a:endParaRPr>
          </a:p>
          <a:p>
            <a:r>
              <a:rPr lang="en-GB" dirty="0">
                <a:solidFill>
                  <a:srgbClr val="FFC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Xclim </a:t>
            </a:r>
            <a:endParaRPr lang="en-GB" dirty="0">
              <a:solidFill>
                <a:srgbClr val="FFC000"/>
              </a:solidFill>
            </a:endParaRPr>
          </a:p>
          <a:p>
            <a:endParaRPr lang="en-GB" dirty="0">
              <a:solidFill>
                <a:srgbClr val="FFC000"/>
              </a:solidFill>
            </a:endParaRPr>
          </a:p>
          <a:p>
            <a:r>
              <a:rPr lang="en-GB" dirty="0">
                <a:solidFill>
                  <a:srgbClr val="FFC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Climate4R</a:t>
            </a:r>
            <a:endParaRPr lang="en-IT" dirty="0">
              <a:solidFill>
                <a:srgbClr val="FFC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65B9A-3790-0F99-5422-21D4731FB9B9}"/>
              </a:ext>
            </a:extLst>
          </p:cNvPr>
          <p:cNvSpPr txBox="1"/>
          <p:nvPr/>
        </p:nvSpPr>
        <p:spPr>
          <a:xfrm>
            <a:off x="5126845" y="2660948"/>
            <a:ext cx="328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/>
              <a:t>Specific libraries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874BDD-86E1-63AE-D172-7E5DAEFD07BE}"/>
              </a:ext>
            </a:extLst>
          </p:cNvPr>
          <p:cNvSpPr/>
          <p:nvPr/>
        </p:nvSpPr>
        <p:spPr>
          <a:xfrm>
            <a:off x="3306726" y="2402958"/>
            <a:ext cx="5188688" cy="362570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BCA3FA-65BB-5A6A-EBF9-C8675F051C87}"/>
              </a:ext>
            </a:extLst>
          </p:cNvPr>
          <p:cNvSpPr txBox="1"/>
          <p:nvPr/>
        </p:nvSpPr>
        <p:spPr>
          <a:xfrm>
            <a:off x="5163697" y="1994623"/>
            <a:ext cx="328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/>
              <a:t>Programming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AEF2A2-7DF5-8D74-35FA-5EDE91667211}"/>
              </a:ext>
            </a:extLst>
          </p:cNvPr>
          <p:cNvSpPr/>
          <p:nvPr/>
        </p:nvSpPr>
        <p:spPr>
          <a:xfrm>
            <a:off x="2832109" y="1923995"/>
            <a:ext cx="6054811" cy="4493779"/>
          </a:xfrm>
          <a:prstGeom prst="rect">
            <a:avLst/>
          </a:prstGeom>
          <a:noFill/>
          <a:ln w="508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931ED5-1C3A-7E02-4E50-481D97DDD728}"/>
              </a:ext>
            </a:extLst>
          </p:cNvPr>
          <p:cNvSpPr txBox="1"/>
          <p:nvPr/>
        </p:nvSpPr>
        <p:spPr>
          <a:xfrm>
            <a:off x="5163697" y="1506022"/>
            <a:ext cx="328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/>
              <a:t>Environments</a:t>
            </a:r>
          </a:p>
        </p:txBody>
      </p:sp>
    </p:spTree>
    <p:extLst>
      <p:ext uri="{BB962C8B-B14F-4D97-AF65-F5344CB8AC3E}">
        <p14:creationId xmlns:p14="http://schemas.microsoft.com/office/powerpoint/2010/main" val="431664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65C8E-ED3A-630B-F861-6F3083756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E80F-1FF5-DE8B-0BFB-B19AE735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86" y="512502"/>
            <a:ext cx="11084627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Climate and Agriculture Risk Visualization and Assessment (CAVA)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6483CD-07A6-4FDD-3E45-215F3A1435A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CEE24B-DEDA-2C52-720F-EB65A7BFA47E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684532-75C4-7A35-035E-470385E5B87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7EFB5CE5-E29D-8D64-B5CA-96804190CF4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tate of the art climate dataset">
            <a:extLst>
              <a:ext uri="{FF2B5EF4-FFF2-40B4-BE49-F238E27FC236}">
                <a16:creationId xmlns:a16="http://schemas.microsoft.com/office/drawing/2014/main" id="{0D1090C3-F5A7-B384-02E3-2370ED740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560" y="1955522"/>
            <a:ext cx="6350036" cy="455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41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CBB6-6A2A-CB83-839C-9473E87C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61ABA3C-C515-0ADF-1608-E11F5899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02C31CB-87B5-448A-2B3C-435DDBA456FD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088E30-3C1B-6FF7-A029-92CAB5F6CCFA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AFDBC5-6BC8-8F86-8B82-1253232F3A4D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7C11CF-0AA0-E1D8-DA1A-2D4A57292803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3D38FBFE-8B80-483D-95FD-17D3D31CC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50C397A-2313-EACE-260D-1658C32F79DD}"/>
              </a:ext>
            </a:extLst>
          </p:cNvPr>
          <p:cNvSpPr/>
          <p:nvPr/>
        </p:nvSpPr>
        <p:spPr>
          <a:xfrm>
            <a:off x="-16329" y="1653121"/>
            <a:ext cx="4814471" cy="5204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Riccardo Soldan</a:t>
            </a:r>
          </a:p>
          <a:p>
            <a:pPr algn="ctr"/>
            <a:r>
              <a:rPr lang="en-GB" dirty="0">
                <a:hlinkClick r:id="rId4"/>
              </a:rPr>
              <a:t>R</a:t>
            </a:r>
            <a:r>
              <a:rPr lang="en-IT" dirty="0">
                <a:hlinkClick r:id="rId4"/>
              </a:rPr>
              <a:t>iccardo.soldan@fao.org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r>
              <a:rPr lang="en-IT" dirty="0"/>
              <a:t>Samuel Greenrod</a:t>
            </a:r>
          </a:p>
          <a:p>
            <a:pPr algn="ctr"/>
            <a:r>
              <a:rPr lang="en-IT" dirty="0">
                <a:hlinkClick r:id="rId5"/>
              </a:rPr>
              <a:t>Samuel.greenrod@fao.org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endParaRPr lang="en-IT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085E60-58CD-F158-8415-7C637F5B5DCA}"/>
              </a:ext>
            </a:extLst>
          </p:cNvPr>
          <p:cNvSpPr/>
          <p:nvPr/>
        </p:nvSpPr>
        <p:spPr>
          <a:xfrm>
            <a:off x="6384471" y="3626097"/>
            <a:ext cx="35666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GB" sz="5400" b="1" cap="none" spc="0" dirty="0">
                <a:ln/>
                <a:solidFill>
                  <a:schemeClr val="accent4"/>
                </a:solidFill>
                <a:effectLst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68669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caafef-fd22-48d0-85dc-526f5aa604f6">
      <Terms xmlns="http://schemas.microsoft.com/office/infopath/2007/PartnerControls"/>
    </lcf76f155ced4ddcb4097134ff3c332f>
    <TaxCatchAll xmlns="cc7ce8ca-8f52-44ec-9496-3c41d0f5ad1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500CC7CC11694381E56D15BD009ABF" ma:contentTypeVersion="17" ma:contentTypeDescription="Create a new document." ma:contentTypeScope="" ma:versionID="5bde0183fae20f930619151b743545d5">
  <xsd:schema xmlns:xsd="http://www.w3.org/2001/XMLSchema" xmlns:xs="http://www.w3.org/2001/XMLSchema" xmlns:p="http://schemas.microsoft.com/office/2006/metadata/properties" xmlns:ns2="c0caafef-fd22-48d0-85dc-526f5aa604f6" xmlns:ns3="cc7ce8ca-8f52-44ec-9496-3c41d0f5ad18" targetNamespace="http://schemas.microsoft.com/office/2006/metadata/properties" ma:root="true" ma:fieldsID="b93acc077f3eeba91a697f445d89f976" ns2:_="" ns3:_="">
    <xsd:import namespace="c0caafef-fd22-48d0-85dc-526f5aa604f6"/>
    <xsd:import namespace="cc7ce8ca-8f52-44ec-9496-3c41d0f5ad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aafef-fd22-48d0-85dc-526f5aa604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40eee1e-ad38-437e-be40-fc9f033adc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ce8ca-8f52-44ec-9496-3c41d0f5ad1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dfeec75-c9d3-4c39-ba02-38eb92d5f92d}" ma:internalName="TaxCatchAll" ma:showField="CatchAllData" ma:web="cc7ce8ca-8f52-44ec-9496-3c41d0f5ad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7CF73B-06D3-4F9B-955D-0740B08863BD}">
  <ds:schemaRefs>
    <ds:schemaRef ds:uri="http://schemas.microsoft.com/office/2006/metadata/properties"/>
    <ds:schemaRef ds:uri="http://schemas.microsoft.com/office/infopath/2007/PartnerControls"/>
    <ds:schemaRef ds:uri="c0caafef-fd22-48d0-85dc-526f5aa604f6"/>
    <ds:schemaRef ds:uri="cc7ce8ca-8f52-44ec-9496-3c41d0f5ad18"/>
  </ds:schemaRefs>
</ds:datastoreItem>
</file>

<file path=customXml/itemProps2.xml><?xml version="1.0" encoding="utf-8"?>
<ds:datastoreItem xmlns:ds="http://schemas.openxmlformats.org/officeDocument/2006/customXml" ds:itemID="{3A3DF9AB-00FC-46DB-A5D6-293E8DE993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E82391-0565-41E9-9127-B1DFEFCF65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caafef-fd22-48d0-85dc-526f5aa604f6"/>
    <ds:schemaRef ds:uri="cc7ce8ca-8f52-44ec-9496-3c41d0f5ad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1643</TotalTime>
  <Words>157</Words>
  <Application>Microsoft Macintosh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Georgia</vt:lpstr>
      <vt:lpstr>Office Theme</vt:lpstr>
      <vt:lpstr>Technical workshop for GCF project: Climate change and climate change impacts on São Tomé and Príncipe with a focus on fishery and tourism sectors in a Blue Economy context Sao Tome and Principe, November/December 2025</vt:lpstr>
      <vt:lpstr>How do we get to this output?</vt:lpstr>
      <vt:lpstr>How do we get the climate data from</vt:lpstr>
      <vt:lpstr>What do we need to know to analyse climate data</vt:lpstr>
      <vt:lpstr>Climate and Agriculture Risk Visualization and Assessment (CAVA)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Soldan, Riccardo (OCBD)</cp:lastModifiedBy>
  <cp:revision>68</cp:revision>
  <dcterms:created xsi:type="dcterms:W3CDTF">2025-11-12T15:08:01Z</dcterms:created>
  <dcterms:modified xsi:type="dcterms:W3CDTF">2025-11-28T08:52:53Z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0x01010072500CC7CC11694381E56D15BD009ABF</vt:lpwstr>
  </property>
</Properties>
</file>