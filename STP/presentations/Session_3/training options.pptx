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78" r:id="rId5"/>
    <p:sldId id="261" r:id="rId6"/>
    <p:sldId id="31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  <p188:author id="{B92A83A0-5420-7D65-113B-0531AF5D4A77}" name="Katharpi, Jirlyne (OCBD)" initials="JK" userId="S::Jirlyne.Katharpi@fao.org::c4442e1d-5bb9-41de-8209-ba4679697c4a" providerId="AD"/>
  <p188:author id="{4E006FF0-B7A9-ACA9-7106-93C4C12DE256}" name="Valat, Nadine (OCB)" initials="NV" userId="S::Nadine.Valat@fao.org::0a159672-55d1-4730-a53a-772adc9691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26" autoAdjust="0"/>
    <p:restoredTop sz="94658"/>
  </p:normalViewPr>
  <p:slideViewPr>
    <p:cSldViewPr snapToGrid="0">
      <p:cViewPr varScale="1">
        <p:scale>
          <a:sx n="78" d="100"/>
          <a:sy n="78" d="100"/>
        </p:scale>
        <p:origin x="8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B1DDD-8229-2C4E-8910-A0E8F8BF9E17}" type="datetimeFigureOut">
              <a:rPr lang="en-IT" smtClean="0"/>
              <a:t>12/02/2025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EB3D3-B3A3-294A-AD01-6523D7C99E7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104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Training Options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 and Samuel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Greenrod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trainings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9D7C3D-7C0D-56CC-1F18-6E7B558AB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956222"/>
              </p:ext>
            </p:extLst>
          </p:nvPr>
        </p:nvGraphicFramePr>
        <p:xfrm>
          <a:off x="479443" y="1444681"/>
          <a:ext cx="11233113" cy="521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3866">
                  <a:extLst>
                    <a:ext uri="{9D8B030D-6E8A-4147-A177-3AD203B41FA5}">
                      <a16:colId xmlns:a16="http://schemas.microsoft.com/office/drawing/2014/main" val="3930107690"/>
                    </a:ext>
                  </a:extLst>
                </a:gridCol>
                <a:gridCol w="3173866">
                  <a:extLst>
                    <a:ext uri="{9D8B030D-6E8A-4147-A177-3AD203B41FA5}">
                      <a16:colId xmlns:a16="http://schemas.microsoft.com/office/drawing/2014/main" val="4057093032"/>
                    </a:ext>
                  </a:extLst>
                </a:gridCol>
                <a:gridCol w="3173866">
                  <a:extLst>
                    <a:ext uri="{9D8B030D-6E8A-4147-A177-3AD203B41FA5}">
                      <a16:colId xmlns:a16="http://schemas.microsoft.com/office/drawing/2014/main" val="2186085057"/>
                    </a:ext>
                  </a:extLst>
                </a:gridCol>
                <a:gridCol w="1711515">
                  <a:extLst>
                    <a:ext uri="{9D8B030D-6E8A-4147-A177-3AD203B41FA5}">
                      <a16:colId xmlns:a16="http://schemas.microsoft.com/office/drawing/2014/main" val="17671789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Training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Main 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Key tools / topics covered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Target audience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902202"/>
                  </a:ext>
                </a:extLst>
              </a:tr>
              <a:tr h="1141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chemeClr val="tx1"/>
                          </a:solidFill>
                        </a:rPr>
                        <a:t>Ciência do Clima para a Ação Climática</a:t>
                      </a: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Forneça uma visão geral das principais informações necessárias para produzir avaliações de risco climático e estudar o impacto das mudanças climáticas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Conjuntos de dados chave sobre clima e oceano, conceitos básicos de avaliação de risco. Principalmente teórico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Funcionários do ministério, serviços de pesca e agricultura, ONGs, FAO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9502417"/>
                  </a:ext>
                </a:extLst>
              </a:tr>
              <a:tr h="12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Treinamento prático sobre ferramentas para Avaliações de Risco Climático e Setorial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Desenvolva habilidades práticas para conduzir, visualizar e interpretar análises de risco climático para culturas e pescarias usando um amplo conjunto de ferramentas.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CAVA </a:t>
                      </a:r>
                      <a:r>
                        <a:rPr lang="en-GB" sz="1400" dirty="0" err="1"/>
                        <a:t>plataforma</a:t>
                      </a:r>
                      <a:r>
                        <a:rPr lang="en-GB" sz="1400" dirty="0"/>
                        <a:t> (web/R/Python), </a:t>
                      </a:r>
                      <a:r>
                        <a:rPr lang="pt-BR" sz="1400" dirty="0"/>
                        <a:t>Fluxo de trabalho básico de análise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Equipe técnica de ministérios e institutos de pesquisa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075553"/>
                  </a:ext>
                </a:extLst>
              </a:tr>
              <a:tr h="1141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Aplicação de Modelos de Culturas e Informações Climáticas para Planejamento Agrícola Inteligente em Relação ao Clima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Traduza os resultados do modelo em ações climáticas práticas (por exemplo, data de semeadura, tempo/frequência de irrigação, escolha de variedade).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/>
                        <a:t>AquaCrop</a:t>
                      </a:r>
                      <a:r>
                        <a:rPr lang="en-GB" sz="1400" dirty="0"/>
                        <a:t> </a:t>
                      </a:r>
                      <a:r>
                        <a:rPr lang="en-GB" sz="1400" dirty="0" err="1"/>
                        <a:t>Resultados</a:t>
                      </a:r>
                      <a:r>
                        <a:rPr lang="en-GB" sz="1400" dirty="0"/>
                        <a:t>, CAVA </a:t>
                      </a:r>
                      <a:r>
                        <a:rPr lang="en-GB" sz="1400" dirty="0" err="1"/>
                        <a:t>Saídas</a:t>
                      </a:r>
                      <a:r>
                        <a:rPr lang="en-GB" sz="1400" dirty="0"/>
                        <a:t>, </a:t>
                      </a:r>
                      <a:r>
                        <a:rPr lang="pt-BR" sz="1400" dirty="0"/>
                        <a:t>Indicadores climáticos, regras de decisão agronômica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Planejadores técnicos, oficiais de extensão, projetistas de projetos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7972327"/>
                  </a:ext>
                </a:extLst>
              </a:tr>
              <a:tr h="1221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Modelagem de Impacto Climático e Avaliação de Riscos para Pescas e a Economia Azul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Ampliar as capacidades para avaliar impactos climáticos sobre estoques de peixes e meios de subsistência dependentes da pesca, além de explorar opções de adaptação.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Indicadores de oceano/clima, Modelagem de Distribuição de Espécies, Modelagem de Impacto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Equipe do departamento de pesca, unidades da Economia Azul, pesquisadores marinhos, FAO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4583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384471" y="3626097"/>
            <a:ext cx="35666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 dirty="0">
                <a:ln/>
                <a:solidFill>
                  <a:schemeClr val="accent4"/>
                </a:solidFill>
                <a:effectLst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aafef-fd22-48d0-85dc-526f5aa604f6">
      <Terms xmlns="http://schemas.microsoft.com/office/infopath/2007/PartnerControls"/>
    </lcf76f155ced4ddcb4097134ff3c332f>
    <TaxCatchAll xmlns="cc7ce8ca-8f52-44ec-9496-3c41d0f5ad1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00CC7CC11694381E56D15BD009ABF" ma:contentTypeVersion="17" ma:contentTypeDescription="Create a new document." ma:contentTypeScope="" ma:versionID="5bde0183fae20f930619151b743545d5">
  <xsd:schema xmlns:xsd="http://www.w3.org/2001/XMLSchema" xmlns:xs="http://www.w3.org/2001/XMLSchema" xmlns:p="http://schemas.microsoft.com/office/2006/metadata/properties" xmlns:ns2="c0caafef-fd22-48d0-85dc-526f5aa604f6" xmlns:ns3="cc7ce8ca-8f52-44ec-9496-3c41d0f5ad18" targetNamespace="http://schemas.microsoft.com/office/2006/metadata/properties" ma:root="true" ma:fieldsID="b93acc077f3eeba91a697f445d89f976" ns2:_="" ns3:_="">
    <xsd:import namespace="c0caafef-fd22-48d0-85dc-526f5aa604f6"/>
    <xsd:import namespace="cc7ce8ca-8f52-44ec-9496-3c41d0f5a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aafef-fd22-48d0-85dc-526f5aa60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8ca-8f52-44ec-9496-3c41d0f5a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feec75-c9d3-4c39-ba02-38eb92d5f92d}" ma:internalName="TaxCatchAll" ma:showField="CatchAllData" ma:web="cc7ce8ca-8f52-44ec-9496-3c41d0f5ad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7CF73B-06D3-4F9B-955D-0740B08863BD}">
  <ds:schemaRefs>
    <ds:schemaRef ds:uri="http://schemas.microsoft.com/office/2006/metadata/properties"/>
    <ds:schemaRef ds:uri="http://schemas.microsoft.com/office/infopath/2007/PartnerControls"/>
    <ds:schemaRef ds:uri="c0caafef-fd22-48d0-85dc-526f5aa604f6"/>
    <ds:schemaRef ds:uri="cc7ce8ca-8f52-44ec-9496-3c41d0f5ad18"/>
  </ds:schemaRefs>
</ds:datastoreItem>
</file>

<file path=customXml/itemProps2.xml><?xml version="1.0" encoding="utf-8"?>
<ds:datastoreItem xmlns:ds="http://schemas.openxmlformats.org/officeDocument/2006/customXml" ds:itemID="{3A3DF9AB-00FC-46DB-A5D6-293E8DE993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E82391-0565-41E9-9127-B1DFEFCF6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aafef-fd22-48d0-85dc-526f5aa604f6"/>
    <ds:schemaRef ds:uri="cc7ce8ca-8f52-44ec-9496-3c41d0f5a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2820</TotalTime>
  <Words>357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Potential trainings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Greenrod, Samuel (OCBD)</cp:lastModifiedBy>
  <cp:revision>55</cp:revision>
  <dcterms:created xsi:type="dcterms:W3CDTF">2025-11-12T15:08:01Z</dcterms:created>
  <dcterms:modified xsi:type="dcterms:W3CDTF">2025-12-03T09:05:51Z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0x01010072500CC7CC11694381E56D15BD009ABF</vt:lpwstr>
  </property>
</Properties>
</file>