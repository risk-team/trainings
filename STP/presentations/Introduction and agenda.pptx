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61" r:id="rId3"/>
    <p:sldId id="287" r:id="rId4"/>
    <p:sldId id="279" r:id="rId5"/>
    <p:sldId id="280" r:id="rId6"/>
    <p:sldId id="28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92" autoAdjust="0"/>
    <p:restoredTop sz="94633"/>
  </p:normalViewPr>
  <p:slideViewPr>
    <p:cSldViewPr snapToGrid="0">
      <p:cViewPr varScale="1">
        <p:scale>
          <a:sx n="147" d="100"/>
          <a:sy n="147" d="100"/>
        </p:scale>
        <p:origin x="7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Agenda do workshop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Soldan,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 do workshop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01DA58-E1B3-2C38-03E2-7AA911F9CEC4}"/>
              </a:ext>
            </a:extLst>
          </p:cNvPr>
          <p:cNvSpPr txBox="1"/>
          <p:nvPr/>
        </p:nvSpPr>
        <p:spPr>
          <a:xfrm>
            <a:off x="558800" y="1625600"/>
            <a:ext cx="10795000" cy="3063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Estrutura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temas-chave</a:t>
            </a:r>
            <a:r>
              <a:rPr lang="en-GB" sz="1700" dirty="0"/>
              <a:t> </a:t>
            </a:r>
            <a:r>
              <a:rPr lang="en-GB" sz="1700" dirty="0" err="1"/>
              <a:t>relacionados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</a:t>
            </a:r>
            <a:r>
              <a:rPr lang="en-GB" sz="1700" dirty="0" err="1"/>
              <a:t>adaptação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em</a:t>
            </a:r>
            <a:r>
              <a:rPr lang="en-GB" sz="1700" dirty="0"/>
              <a:t> </a:t>
            </a:r>
            <a:r>
              <a:rPr lang="en-GB" sz="1700" dirty="0" err="1"/>
              <a:t>elaboração</a:t>
            </a:r>
            <a:r>
              <a:rPr lang="en-GB" sz="1700" dirty="0"/>
              <a:t> de </a:t>
            </a:r>
            <a:r>
              <a:rPr lang="en-GB" sz="1700" dirty="0" err="1"/>
              <a:t>projetos</a:t>
            </a:r>
            <a:r>
              <a:rPr lang="en-GB" sz="1700" dirty="0"/>
              <a:t> para o Fundo Verde para o </a:t>
            </a:r>
            <a:r>
              <a:rPr lang="en-GB" sz="1700" dirty="0" err="1"/>
              <a:t>Clima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Compartilhamento</a:t>
            </a:r>
            <a:r>
              <a:rPr lang="en-GB" sz="1700" dirty="0"/>
              <a:t> dos </a:t>
            </a:r>
            <a:r>
              <a:rPr lang="en-GB" sz="1700" dirty="0" err="1"/>
              <a:t>principais</a:t>
            </a:r>
            <a:r>
              <a:rPr lang="en-GB" sz="1700" dirty="0"/>
              <a:t> </a:t>
            </a:r>
            <a:r>
              <a:rPr lang="en-GB" sz="1700" dirty="0" err="1"/>
              <a:t>resultados</a:t>
            </a:r>
            <a:r>
              <a:rPr lang="en-GB" sz="1700" dirty="0"/>
              <a:t> e </a:t>
            </a:r>
            <a:r>
              <a:rPr lang="en-GB" sz="1700" dirty="0" err="1"/>
              <a:t>conclusões</a:t>
            </a:r>
            <a:r>
              <a:rPr lang="en-GB" sz="1700" dirty="0"/>
              <a:t> do </a:t>
            </a:r>
            <a:r>
              <a:rPr lang="en-GB" sz="1700" dirty="0" err="1"/>
              <a:t>estudo</a:t>
            </a:r>
            <a:r>
              <a:rPr lang="en-GB" sz="1700" dirty="0"/>
              <a:t> </a:t>
            </a:r>
            <a:r>
              <a:rPr lang="en-GB" sz="1700" dirty="0" err="1"/>
              <a:t>realizado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os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Cocriação</a:t>
            </a:r>
            <a:r>
              <a:rPr lang="en-GB" sz="1700" dirty="0"/>
              <a:t> / 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Identificação</a:t>
            </a:r>
            <a:r>
              <a:rPr lang="en-GB" sz="1700" dirty="0"/>
              <a:t> de </a:t>
            </a:r>
            <a:r>
              <a:rPr lang="en-GB" sz="1700" dirty="0" err="1"/>
              <a:t>necessidades</a:t>
            </a:r>
            <a:r>
              <a:rPr lang="en-GB" sz="1700" dirty="0"/>
              <a:t> de </a:t>
            </a:r>
            <a:r>
              <a:rPr lang="en-GB" sz="1700" dirty="0" err="1"/>
              <a:t>capacitação</a:t>
            </a:r>
            <a:endParaRPr lang="en-IT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BEE83-C83A-97EB-769C-54FBA26B356B}"/>
              </a:ext>
            </a:extLst>
          </p:cNvPr>
          <p:cNvSpPr txBox="1"/>
          <p:nvPr/>
        </p:nvSpPr>
        <p:spPr>
          <a:xfrm>
            <a:off x="558800" y="4868225"/>
            <a:ext cx="11309350" cy="1885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Resultados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de </a:t>
            </a:r>
            <a:r>
              <a:rPr lang="en-GB" sz="1700" dirty="0" err="1"/>
              <a:t>seus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no </a:t>
            </a:r>
            <a:r>
              <a:rPr lang="en-GB" sz="1700" dirty="0" err="1"/>
              <a:t>contexto</a:t>
            </a:r>
            <a:r>
              <a:rPr lang="en-GB" sz="1700" dirty="0"/>
              <a:t> da Economia Azul </a:t>
            </a:r>
            <a:r>
              <a:rPr lang="en-GB" sz="1700" dirty="0" err="1"/>
              <a:t>em</a:t>
            </a:r>
            <a:r>
              <a:rPr lang="en-GB" sz="1700" dirty="0"/>
              <a:t> STP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do </a:t>
            </a:r>
            <a:r>
              <a:rPr lang="en-GB" sz="1700" dirty="0" err="1"/>
              <a:t>objetivo</a:t>
            </a:r>
            <a:r>
              <a:rPr lang="en-GB" sz="1700" dirty="0"/>
              <a:t> de </a:t>
            </a:r>
            <a:r>
              <a:rPr lang="en-GB" sz="1700" dirty="0" err="1"/>
              <a:t>desenvolver</a:t>
            </a:r>
            <a:r>
              <a:rPr lang="en-GB" sz="1700" dirty="0"/>
              <a:t> um </a:t>
            </a:r>
            <a:r>
              <a:rPr lang="en-GB" sz="1700" dirty="0" err="1"/>
              <a:t>projeto</a:t>
            </a:r>
            <a:r>
              <a:rPr lang="en-GB" sz="1700" dirty="0"/>
              <a:t> para o GCF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r>
              <a:rPr lang="en-GB" sz="1700" dirty="0"/>
              <a:t> para um </a:t>
            </a:r>
            <a:r>
              <a:rPr lang="en-GB" sz="1700" dirty="0" err="1"/>
              <a:t>desenvolvimento</a:t>
            </a:r>
            <a:r>
              <a:rPr lang="en-GB" sz="1700" dirty="0"/>
              <a:t> de </a:t>
            </a:r>
            <a:r>
              <a:rPr lang="en-GB" sz="1700" dirty="0" err="1"/>
              <a:t>projeto</a:t>
            </a:r>
            <a:r>
              <a:rPr lang="en-GB" sz="1700" dirty="0"/>
              <a:t> </a:t>
            </a:r>
            <a:r>
              <a:rPr lang="en-GB" sz="1700" dirty="0" err="1"/>
              <a:t>mais</a:t>
            </a:r>
            <a:r>
              <a:rPr lang="en-GB" sz="1700" dirty="0"/>
              <a:t> </a:t>
            </a:r>
            <a:r>
              <a:rPr lang="en-GB" sz="1700" dirty="0" err="1"/>
              <a:t>participativo</a:t>
            </a:r>
            <a:r>
              <a:rPr lang="en-GB" sz="1700" dirty="0"/>
              <a:t> e de </a:t>
            </a:r>
            <a:r>
              <a:rPr lang="en-GB" sz="1700" dirty="0" err="1"/>
              <a:t>melhor</a:t>
            </a:r>
            <a:r>
              <a:rPr lang="en-GB" sz="1700" dirty="0"/>
              <a:t> </a:t>
            </a:r>
            <a:r>
              <a:rPr lang="en-GB" sz="1700" dirty="0" err="1"/>
              <a:t>qualidade</a:t>
            </a:r>
            <a:endParaRPr lang="en-IT" sz="1700" dirty="0"/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2773887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57BD-E62B-33D0-5301-05AE516A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BBE29-8711-C52B-3DFC-3C9E36F1B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Speakers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493653-4B21-8A86-CE6D-281D2DF413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6E966E-A824-14A7-3A4D-8AF7A02E905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958E0D7-D259-B5A7-0DEC-2913111D0E0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47CEA1A-DDCB-B2AB-77BA-33DA226DE8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C3700B5-38F7-02E6-AF0F-D17A88C07AD2}"/>
              </a:ext>
            </a:extLst>
          </p:cNvPr>
          <p:cNvSpPr txBox="1"/>
          <p:nvPr/>
        </p:nvSpPr>
        <p:spPr>
          <a:xfrm>
            <a:off x="423876" y="1485900"/>
            <a:ext cx="11188700" cy="4488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Riccardo Soldan</a:t>
            </a:r>
            <a:r>
              <a:rPr lang="en-GB" sz="1600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 e </a:t>
            </a:r>
            <a:r>
              <a:rPr lang="en-GB" sz="1600" dirty="0" err="1"/>
              <a:t>mestre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Ciência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vários</a:t>
            </a:r>
            <a:r>
              <a:rPr lang="en-GB" sz="1600" dirty="0"/>
              <a:t> </a:t>
            </a:r>
            <a:r>
              <a:rPr lang="en-GB" sz="1600" dirty="0" err="1"/>
              <a:t>anos</a:t>
            </a:r>
            <a:r>
              <a:rPr lang="en-GB" sz="1600" dirty="0"/>
              <a:t> de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ecossistemas</a:t>
            </a:r>
            <a:r>
              <a:rPr lang="en-GB" sz="1600" dirty="0"/>
              <a:t>,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e </a:t>
            </a:r>
            <a:r>
              <a:rPr lang="en-GB" sz="1600" dirty="0" err="1"/>
              <a:t>apoio</a:t>
            </a:r>
            <a:r>
              <a:rPr lang="en-GB" sz="1600" dirty="0"/>
              <a:t> à </a:t>
            </a:r>
            <a:r>
              <a:rPr lang="en-GB" sz="1600" dirty="0" err="1"/>
              <a:t>tomada</a:t>
            </a:r>
            <a:r>
              <a:rPr lang="en-GB" sz="1600" dirty="0"/>
              <a:t> de </a:t>
            </a:r>
            <a:r>
              <a:rPr lang="en-GB" sz="1600" dirty="0" err="1"/>
              <a:t>decisão</a:t>
            </a:r>
            <a:r>
              <a:rPr lang="en-GB" sz="1600" dirty="0"/>
              <a:t> </a:t>
            </a:r>
            <a:r>
              <a:rPr lang="en-GB" sz="1600" dirty="0" err="1"/>
              <a:t>baseada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dados para a </a:t>
            </a:r>
            <a:r>
              <a:rPr lang="en-GB" sz="1600" dirty="0" err="1"/>
              <a:t>agricultura</a:t>
            </a:r>
            <a:r>
              <a:rPr lang="en-GB" sz="1600" dirty="0"/>
              <a:t> e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recursos</a:t>
            </a:r>
            <a:r>
              <a:rPr lang="en-GB" sz="1600" dirty="0"/>
              <a:t> </a:t>
            </a:r>
            <a:r>
              <a:rPr lang="en-GB" sz="1600" dirty="0" err="1"/>
              <a:t>naturais</a:t>
            </a:r>
            <a:r>
              <a:rPr lang="en-GB" sz="1600" dirty="0"/>
              <a:t>. Na FAO, Riccardo </a:t>
            </a:r>
            <a:r>
              <a:rPr lang="en-GB" sz="1600" dirty="0" err="1"/>
              <a:t>liderou</a:t>
            </a:r>
            <a:r>
              <a:rPr lang="en-GB" sz="1600" dirty="0"/>
              <a:t> o </a:t>
            </a:r>
            <a:r>
              <a:rPr lang="en-GB" sz="1600" dirty="0" err="1"/>
              <a:t>desenvolvimento</a:t>
            </a:r>
            <a:r>
              <a:rPr lang="en-GB" sz="1600" dirty="0"/>
              <a:t> do </a:t>
            </a:r>
            <a:r>
              <a:rPr lang="en-GB" sz="1600" dirty="0" err="1"/>
              <a:t>quadro</a:t>
            </a:r>
            <a:r>
              <a:rPr lang="en-GB" sz="1600" dirty="0"/>
              <a:t> CAVA – Climate and Agriculture Risk Visualization and Assessment – e de ferramentas </a:t>
            </a:r>
            <a:r>
              <a:rPr lang="en-GB" sz="1600" dirty="0" err="1"/>
              <a:t>agroinformáticas</a:t>
            </a:r>
            <a:r>
              <a:rPr lang="en-GB" sz="1600" dirty="0"/>
              <a:t> </a:t>
            </a:r>
            <a:r>
              <a:rPr lang="en-GB" sz="1600" dirty="0" err="1"/>
              <a:t>associadas</a:t>
            </a:r>
            <a:r>
              <a:rPr lang="en-GB" sz="1600" dirty="0"/>
              <a:t>, para </a:t>
            </a:r>
            <a:r>
              <a:rPr lang="en-GB" sz="1600" dirty="0" err="1"/>
              <a:t>democratizar</a:t>
            </a:r>
            <a:r>
              <a:rPr lang="en-GB" sz="1600" dirty="0"/>
              <a:t> o </a:t>
            </a:r>
            <a:r>
              <a:rPr lang="en-GB" sz="1600" dirty="0" err="1"/>
              <a:t>acesso</a:t>
            </a:r>
            <a:r>
              <a:rPr lang="en-GB" sz="1600" dirty="0"/>
              <a:t> a </a:t>
            </a:r>
            <a:r>
              <a:rPr lang="en-GB" sz="1600" dirty="0" err="1"/>
              <a:t>informações</a:t>
            </a:r>
            <a:r>
              <a:rPr lang="en-GB" sz="1600" dirty="0"/>
              <a:t> </a:t>
            </a:r>
            <a:r>
              <a:rPr lang="en-GB" sz="1600" dirty="0" err="1"/>
              <a:t>sobre</a:t>
            </a:r>
            <a:r>
              <a:rPr lang="en-GB" sz="1600" dirty="0"/>
              <a:t> </a:t>
            </a:r>
            <a:r>
              <a:rPr lang="en-GB" sz="1600" dirty="0" err="1"/>
              <a:t>clima</a:t>
            </a:r>
            <a:r>
              <a:rPr lang="en-GB" sz="1600" dirty="0"/>
              <a:t> e </a:t>
            </a:r>
            <a:r>
              <a:rPr lang="en-GB" sz="1600" dirty="0" err="1"/>
              <a:t>impactos</a:t>
            </a:r>
            <a:r>
              <a:rPr lang="en-GB" sz="1600" dirty="0"/>
              <a:t>, </a:t>
            </a:r>
            <a:r>
              <a:rPr lang="en-GB" sz="1600" dirty="0" err="1"/>
              <a:t>apoiar</a:t>
            </a:r>
            <a:r>
              <a:rPr lang="en-GB" sz="1600" dirty="0"/>
              <a:t> a </a:t>
            </a:r>
            <a:r>
              <a:rPr lang="en-GB" sz="1600" dirty="0" err="1"/>
              <a:t>implementação</a:t>
            </a:r>
            <a:r>
              <a:rPr lang="en-GB" sz="1600" dirty="0"/>
              <a:t> dos </a:t>
            </a:r>
            <a:r>
              <a:rPr lang="en-GB" sz="1600" dirty="0" err="1"/>
              <a:t>Padrões</a:t>
            </a:r>
            <a:r>
              <a:rPr lang="en-GB" sz="1600" dirty="0"/>
              <a:t> </a:t>
            </a:r>
            <a:r>
              <a:rPr lang="en-GB" sz="1600" dirty="0" err="1"/>
              <a:t>Ambientais</a:t>
            </a:r>
            <a:r>
              <a:rPr lang="en-GB" sz="1600" dirty="0"/>
              <a:t> e </a:t>
            </a:r>
            <a:r>
              <a:rPr lang="en-GB" sz="1600" dirty="0" err="1"/>
              <a:t>Sociais</a:t>
            </a:r>
            <a:r>
              <a:rPr lang="en-GB" sz="1600" dirty="0"/>
              <a:t> (ESS) e </a:t>
            </a:r>
            <a:r>
              <a:rPr lang="en-GB" sz="1600" dirty="0" err="1"/>
              <a:t>fortalecer</a:t>
            </a:r>
            <a:r>
              <a:rPr lang="en-GB" sz="1600" dirty="0"/>
              <a:t> a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portfólios</a:t>
            </a:r>
            <a:r>
              <a:rPr lang="en-GB" sz="1600" dirty="0"/>
              <a:t> de </a:t>
            </a:r>
            <a:r>
              <a:rPr lang="en-GB" sz="1600" dirty="0" err="1"/>
              <a:t>projetos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países</a:t>
            </a:r>
            <a:r>
              <a:rPr lang="en-GB" sz="1600" dirty="0"/>
              <a:t>.</a:t>
            </a:r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endParaRPr lang="en-GB" sz="1600" dirty="0"/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Samuel </a:t>
            </a:r>
            <a:r>
              <a:rPr lang="en-GB" sz="1600" b="1" dirty="0" err="1"/>
              <a:t>Greenrod</a:t>
            </a:r>
            <a:r>
              <a:rPr lang="en-GB" sz="1600" b="1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Oxford, no Reino </a:t>
            </a:r>
            <a:r>
              <a:rPr lang="en-GB" sz="1600" dirty="0" err="1"/>
              <a:t>Unido</a:t>
            </a:r>
            <a:r>
              <a:rPr lang="en-GB" sz="1600" dirty="0"/>
              <a:t>, e um </a:t>
            </a:r>
            <a:r>
              <a:rPr lang="en-GB" sz="1600" dirty="0" err="1"/>
              <a:t>mestrado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Biologia</a:t>
            </a:r>
            <a:r>
              <a:rPr lang="en-GB" sz="1600" dirty="0"/>
              <a:t> de </a:t>
            </a:r>
            <a:r>
              <a:rPr lang="en-GB" sz="1600" dirty="0" err="1"/>
              <a:t>Patógenos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análises</a:t>
            </a:r>
            <a:r>
              <a:rPr lang="en-GB" sz="1600" dirty="0"/>
              <a:t> de </a:t>
            </a:r>
            <a:r>
              <a:rPr lang="en-GB" sz="1600" dirty="0" err="1"/>
              <a:t>risco</a:t>
            </a:r>
            <a:r>
              <a:rPr lang="en-GB" sz="1600" dirty="0"/>
              <a:t> </a:t>
            </a:r>
            <a:r>
              <a:rPr lang="en-GB" sz="1600" dirty="0" err="1"/>
              <a:t>climático</a:t>
            </a:r>
            <a:r>
              <a:rPr lang="en-GB" sz="1600" dirty="0"/>
              <a:t> e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impactos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</a:t>
            </a:r>
            <a:r>
              <a:rPr lang="en-GB" sz="1600" dirty="0" err="1"/>
              <a:t>agricultura</a:t>
            </a:r>
            <a:r>
              <a:rPr lang="en-GB" sz="1600" dirty="0"/>
              <a:t>, </a:t>
            </a:r>
            <a:r>
              <a:rPr lang="en-GB" sz="1600" dirty="0" err="1"/>
              <a:t>florestas</a:t>
            </a:r>
            <a:r>
              <a:rPr lang="en-GB" sz="1600" dirty="0"/>
              <a:t> e </a:t>
            </a:r>
            <a:r>
              <a:rPr lang="en-GB" sz="1600" dirty="0" err="1"/>
              <a:t>pesca</a:t>
            </a:r>
            <a:r>
              <a:rPr lang="en-GB" sz="1600" dirty="0"/>
              <a:t>. Na FAO, Samuel </a:t>
            </a:r>
            <a:r>
              <a:rPr lang="en-GB" sz="1600" dirty="0" err="1"/>
              <a:t>é</a:t>
            </a:r>
            <a:r>
              <a:rPr lang="en-GB" sz="1600" dirty="0"/>
              <a:t> o </a:t>
            </a:r>
            <a:r>
              <a:rPr lang="en-GB" sz="1600" dirty="0" err="1"/>
              <a:t>autor</a:t>
            </a:r>
            <a:r>
              <a:rPr lang="en-GB" sz="1600" dirty="0"/>
              <a:t> principal de um </a:t>
            </a:r>
            <a:r>
              <a:rPr lang="en-GB" sz="1600" dirty="0" err="1"/>
              <a:t>relatório</a:t>
            </a:r>
            <a:r>
              <a:rPr lang="en-GB" sz="1600" dirty="0"/>
              <a:t> de </a:t>
            </a:r>
            <a:r>
              <a:rPr lang="en-GB" sz="1600" dirty="0" err="1"/>
              <a:t>prontidão</a:t>
            </a:r>
            <a:r>
              <a:rPr lang="en-GB" sz="1600" dirty="0"/>
              <a:t> do GCF </a:t>
            </a:r>
            <a:r>
              <a:rPr lang="en-GB" sz="1600" dirty="0" err="1"/>
              <a:t>que</a:t>
            </a:r>
            <a:r>
              <a:rPr lang="en-GB" sz="1600" dirty="0"/>
              <a:t> </a:t>
            </a:r>
            <a:r>
              <a:rPr lang="en-GB" sz="1600" dirty="0" err="1"/>
              <a:t>avalia</a:t>
            </a:r>
            <a:r>
              <a:rPr lang="en-GB" sz="1600" dirty="0"/>
              <a:t>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impactos</a:t>
            </a:r>
            <a:r>
              <a:rPr lang="en-GB" sz="1600" dirty="0"/>
              <a:t> das </a:t>
            </a:r>
            <a:r>
              <a:rPr lang="en-GB" sz="1600" dirty="0" err="1"/>
              <a:t>mudanças</a:t>
            </a:r>
            <a:r>
              <a:rPr lang="en-GB" sz="1600" dirty="0"/>
              <a:t> </a:t>
            </a:r>
            <a:r>
              <a:rPr lang="en-GB" sz="1600" dirty="0" err="1"/>
              <a:t>climáticas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turismo e </a:t>
            </a:r>
            <a:r>
              <a:rPr lang="en-GB" sz="1600" dirty="0" err="1"/>
              <a:t>pescas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São Tomé e Príncipe.</a:t>
            </a:r>
            <a:endParaRPr lang="en-IT" sz="1600" dirty="0"/>
          </a:p>
        </p:txBody>
      </p:sp>
    </p:spTree>
    <p:extLst>
      <p:ext uri="{BB962C8B-B14F-4D97-AF65-F5344CB8AC3E}">
        <p14:creationId xmlns:p14="http://schemas.microsoft.com/office/powerpoint/2010/main" val="42020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47211-0B8C-F41F-2047-58290553B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92917-28B5-83B3-3269-9201C5B5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A70B76D-7462-14A3-73CE-6DEA345792F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2FF9A0-E1D5-9B54-DEFE-A091A3303B4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2997F2-81D7-B228-2A07-DEC40C81F18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5800B6E-57D4-3E50-D861-F89ED32E764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595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C9236-25AA-0E8D-F4CE-41244FB5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9AEF8-019C-71BC-60DB-4AF450489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7F87F9F-0E21-DA0A-5301-D1612C38804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A9B54BE-00D4-D3AE-AE7C-FEA52E2D98D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FA94128-45F8-AEBD-4950-CA30A2E69C6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A58916B-6B34-2213-21DC-AA1B7CD9F14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5306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427</Words>
  <Application>Microsoft Macintosh PowerPoint</Application>
  <PresentationFormat>Widescreen</PresentationFormat>
  <Paragraphs>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Georgia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Agenda do workshop</vt:lpstr>
      <vt:lpstr>Por que estamos aqui </vt:lpstr>
      <vt:lpstr>Speakers</vt:lpstr>
      <vt:lpstr>Agenda</vt:lpstr>
      <vt:lpstr>Agenda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17</cp:revision>
  <dcterms:created xsi:type="dcterms:W3CDTF">2025-11-12T15:08:01Z</dcterms:created>
  <dcterms:modified xsi:type="dcterms:W3CDTF">2025-11-26T09:47:23Z</dcterms:modified>
</cp:coreProperties>
</file>