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authors.xml" ContentType="application/vnd.ms-powerpoint.author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revisionInfo.xml" ContentType="application/vnd.ms-powerpoint.revisioninfo+xml"/>
  <Override PartName="/ppt/changesInfos/changesInfo1.xml" ContentType="application/vnd.ms-powerpoint.changesinfo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61" r:id="rId3"/>
    <p:sldId id="287" r:id="rId4"/>
    <p:sldId id="279" r:id="rId5"/>
    <p:sldId id="280" r:id="rId6"/>
    <p:sldId id="281" r:id="rId7"/>
    <p:sldId id="28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92" autoAdjust="0"/>
    <p:restoredTop sz="94633"/>
  </p:normalViewPr>
  <p:slideViewPr>
    <p:cSldViewPr snapToGrid="0">
      <p:cViewPr varScale="1">
        <p:scale>
          <a:sx n="147" d="100"/>
          <a:sy n="147" d="100"/>
        </p:scale>
        <p:origin x="7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18" Type="http://schemas.openxmlformats.org/officeDocument/2006/relationships/customXml" Target="../customXml/item3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17" Type="http://schemas.openxmlformats.org/officeDocument/2006/relationships/customXml" Target="../customXml/item2.xml"/><Relationship Id="rId2" Type="http://schemas.openxmlformats.org/officeDocument/2006/relationships/slide" Target="slides/slide1.xml"/><Relationship Id="rId16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Agenda do workshop</a:t>
            </a:r>
            <a:endParaRPr lang="en-US" sz="18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Soldan, Samuel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Greenrod</a:t>
            </a:r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 and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AB30C-2D87-C74C-405A-670FB3C3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8B82-CF15-26F3-A6FC-DCE2551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 do workshop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95BC09-408A-A028-15E5-244AD70E24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C4ED02-B311-5215-DA5F-A9BBBC88F0C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C1761-CCEE-58BE-9A61-751EE1C6112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08523A1-7290-2AF3-16D5-A52FAFE12B6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01DA58-E1B3-2C38-03E2-7AA911F9CEC4}"/>
              </a:ext>
            </a:extLst>
          </p:cNvPr>
          <p:cNvSpPr txBox="1"/>
          <p:nvPr/>
        </p:nvSpPr>
        <p:spPr>
          <a:xfrm>
            <a:off x="558800" y="1625600"/>
            <a:ext cx="10795000" cy="3063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T" sz="1700" b="1" dirty="0"/>
              <a:t>Estrutura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Fortalecimento de </a:t>
            </a:r>
            <a:r>
              <a:rPr lang="en-GB" sz="1700" dirty="0" err="1"/>
              <a:t>capacidades</a:t>
            </a:r>
            <a:r>
              <a:rPr lang="en-GB" sz="1700" dirty="0"/>
              <a:t> </a:t>
            </a:r>
            <a:r>
              <a:rPr lang="en-GB" sz="1700" dirty="0" err="1"/>
              <a:t>sobre</a:t>
            </a:r>
            <a:r>
              <a:rPr lang="en-GB" sz="1700" dirty="0"/>
              <a:t> </a:t>
            </a:r>
            <a:r>
              <a:rPr lang="en-GB" sz="1700" dirty="0" err="1"/>
              <a:t>temas-chave</a:t>
            </a:r>
            <a:r>
              <a:rPr lang="en-GB" sz="1700" dirty="0"/>
              <a:t> </a:t>
            </a:r>
            <a:r>
              <a:rPr lang="en-GB" sz="1700" dirty="0" err="1"/>
              <a:t>relacionados</a:t>
            </a:r>
            <a:r>
              <a:rPr lang="en-GB" sz="1700" dirty="0"/>
              <a:t> </a:t>
            </a:r>
            <a:r>
              <a:rPr lang="en-GB" sz="1700" dirty="0" err="1"/>
              <a:t>às</a:t>
            </a:r>
            <a:r>
              <a:rPr lang="en-GB" sz="1700" dirty="0"/>
              <a:t>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r>
              <a:rPr lang="en-GB" sz="1700" dirty="0"/>
              <a:t> e </a:t>
            </a:r>
            <a:r>
              <a:rPr lang="en-GB" sz="1700" dirty="0" err="1"/>
              <a:t>adaptação</a:t>
            </a:r>
            <a:r>
              <a:rPr lang="en-GB" sz="1700" dirty="0"/>
              <a:t> </a:t>
            </a:r>
            <a:r>
              <a:rPr lang="en-GB" sz="1700" dirty="0" err="1"/>
              <a:t>às</a:t>
            </a:r>
            <a:r>
              <a:rPr lang="en-GB" sz="1700" dirty="0"/>
              <a:t>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Fortalecimento de </a:t>
            </a:r>
            <a:r>
              <a:rPr lang="en-GB" sz="1700" dirty="0" err="1"/>
              <a:t>capacidades</a:t>
            </a:r>
            <a:r>
              <a:rPr lang="en-GB" sz="1700" dirty="0"/>
              <a:t> </a:t>
            </a:r>
            <a:r>
              <a:rPr lang="en-GB" sz="1700" dirty="0" err="1"/>
              <a:t>em</a:t>
            </a:r>
            <a:r>
              <a:rPr lang="en-GB" sz="1700" dirty="0"/>
              <a:t> </a:t>
            </a:r>
            <a:r>
              <a:rPr lang="en-GB" sz="1700" dirty="0" err="1"/>
              <a:t>elaboração</a:t>
            </a:r>
            <a:r>
              <a:rPr lang="en-GB" sz="1700" dirty="0"/>
              <a:t> de </a:t>
            </a:r>
            <a:r>
              <a:rPr lang="en-GB" sz="1700" dirty="0" err="1"/>
              <a:t>projetos</a:t>
            </a:r>
            <a:r>
              <a:rPr lang="en-GB" sz="1700" dirty="0"/>
              <a:t> para o Fundo Verde para o </a:t>
            </a:r>
            <a:r>
              <a:rPr lang="en-GB" sz="1700" dirty="0" err="1"/>
              <a:t>Clima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Compartilhamento</a:t>
            </a:r>
            <a:r>
              <a:rPr lang="en-GB" sz="1700" dirty="0"/>
              <a:t> dos </a:t>
            </a:r>
            <a:r>
              <a:rPr lang="en-GB" sz="1700" dirty="0" err="1"/>
              <a:t>principais</a:t>
            </a:r>
            <a:r>
              <a:rPr lang="en-GB" sz="1700" dirty="0"/>
              <a:t> </a:t>
            </a:r>
            <a:r>
              <a:rPr lang="en-GB" sz="1700" dirty="0" err="1"/>
              <a:t>resultados</a:t>
            </a:r>
            <a:r>
              <a:rPr lang="en-GB" sz="1700" dirty="0"/>
              <a:t> e </a:t>
            </a:r>
            <a:r>
              <a:rPr lang="en-GB" sz="1700" dirty="0" err="1"/>
              <a:t>conclusões</a:t>
            </a:r>
            <a:r>
              <a:rPr lang="en-GB" sz="1700" dirty="0"/>
              <a:t> do </a:t>
            </a:r>
            <a:r>
              <a:rPr lang="en-GB" sz="1700" dirty="0" err="1"/>
              <a:t>estudo</a:t>
            </a:r>
            <a:r>
              <a:rPr lang="en-GB" sz="1700" dirty="0"/>
              <a:t> </a:t>
            </a:r>
            <a:r>
              <a:rPr lang="en-GB" sz="1700" dirty="0" err="1"/>
              <a:t>realizado</a:t>
            </a:r>
            <a:r>
              <a:rPr lang="en-GB" sz="1700" dirty="0"/>
              <a:t> </a:t>
            </a:r>
            <a:r>
              <a:rPr lang="en-GB" sz="1700" dirty="0" err="1"/>
              <a:t>sobre</a:t>
            </a:r>
            <a:r>
              <a:rPr lang="en-GB" sz="1700" dirty="0"/>
              <a:t> </a:t>
            </a:r>
            <a:r>
              <a:rPr lang="en-GB" sz="1700" dirty="0" err="1"/>
              <a:t>os</a:t>
            </a:r>
            <a:r>
              <a:rPr lang="en-GB" sz="1700" dirty="0"/>
              <a:t> </a:t>
            </a:r>
            <a:r>
              <a:rPr lang="en-GB" sz="1700" dirty="0" err="1"/>
              <a:t>impactos</a:t>
            </a:r>
            <a:r>
              <a:rPr lang="en-GB" sz="1700" dirty="0"/>
              <a:t> das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Cocriação</a:t>
            </a:r>
            <a:r>
              <a:rPr lang="en-GB" sz="1700" dirty="0"/>
              <a:t> / co-</a:t>
            </a:r>
            <a:r>
              <a:rPr lang="en-GB" sz="1700" dirty="0" err="1"/>
              <a:t>desenho</a:t>
            </a:r>
            <a:r>
              <a:rPr lang="en-GB" sz="1700" dirty="0"/>
              <a:t> das </a:t>
            </a:r>
            <a:r>
              <a:rPr lang="en-GB" sz="1700" dirty="0" err="1"/>
              <a:t>atividades</a:t>
            </a:r>
            <a:r>
              <a:rPr lang="en-GB" sz="1700" dirty="0"/>
              <a:t> do </a:t>
            </a:r>
            <a:r>
              <a:rPr lang="en-GB" sz="1700" dirty="0" err="1"/>
              <a:t>projeto</a:t>
            </a:r>
            <a:endParaRPr lang="en-GB" sz="1700" dirty="0"/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 err="1"/>
              <a:t>Identificação</a:t>
            </a:r>
            <a:r>
              <a:rPr lang="en-GB" sz="1700" dirty="0"/>
              <a:t> de </a:t>
            </a:r>
            <a:r>
              <a:rPr lang="en-GB" sz="1700" dirty="0" err="1"/>
              <a:t>necessidades</a:t>
            </a:r>
            <a:r>
              <a:rPr lang="en-GB" sz="1700" dirty="0"/>
              <a:t> de </a:t>
            </a:r>
            <a:r>
              <a:rPr lang="en-GB" sz="1700" dirty="0" err="1"/>
              <a:t>capacitação</a:t>
            </a:r>
            <a:endParaRPr lang="en-IT" sz="17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6BEE83-C83A-97EB-769C-54FBA26B356B}"/>
              </a:ext>
            </a:extLst>
          </p:cNvPr>
          <p:cNvSpPr txBox="1"/>
          <p:nvPr/>
        </p:nvSpPr>
        <p:spPr>
          <a:xfrm>
            <a:off x="558800" y="4868225"/>
            <a:ext cx="11309350" cy="1885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T" sz="1700" b="1" dirty="0"/>
              <a:t>Resultados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Boa </a:t>
            </a:r>
            <a:r>
              <a:rPr lang="en-GB" sz="1700" dirty="0" err="1"/>
              <a:t>compreensão</a:t>
            </a:r>
            <a:r>
              <a:rPr lang="en-GB" sz="1700" dirty="0"/>
              <a:t> das </a:t>
            </a:r>
            <a:r>
              <a:rPr lang="en-GB" sz="1700" dirty="0" err="1"/>
              <a:t>mudanças</a:t>
            </a:r>
            <a:r>
              <a:rPr lang="en-GB" sz="1700" dirty="0"/>
              <a:t> </a:t>
            </a:r>
            <a:r>
              <a:rPr lang="en-GB" sz="1700" dirty="0" err="1"/>
              <a:t>climáticas</a:t>
            </a:r>
            <a:r>
              <a:rPr lang="en-GB" sz="1700" dirty="0"/>
              <a:t> e de </a:t>
            </a:r>
            <a:r>
              <a:rPr lang="en-GB" sz="1700" dirty="0" err="1"/>
              <a:t>seus</a:t>
            </a:r>
            <a:r>
              <a:rPr lang="en-GB" sz="1700" dirty="0"/>
              <a:t> </a:t>
            </a:r>
            <a:r>
              <a:rPr lang="en-GB" sz="1700" dirty="0" err="1"/>
              <a:t>impactos</a:t>
            </a:r>
            <a:r>
              <a:rPr lang="en-GB" sz="1700" dirty="0"/>
              <a:t> no </a:t>
            </a:r>
            <a:r>
              <a:rPr lang="en-GB" sz="1700" dirty="0" err="1"/>
              <a:t>contexto</a:t>
            </a:r>
            <a:r>
              <a:rPr lang="en-GB" sz="1700" dirty="0"/>
              <a:t> da Economia Azul </a:t>
            </a:r>
            <a:r>
              <a:rPr lang="en-GB" sz="1700" dirty="0" err="1"/>
              <a:t>em</a:t>
            </a:r>
            <a:r>
              <a:rPr lang="en-GB" sz="1700" dirty="0"/>
              <a:t> STP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Boa </a:t>
            </a:r>
            <a:r>
              <a:rPr lang="en-GB" sz="1700" dirty="0" err="1"/>
              <a:t>compreensão</a:t>
            </a:r>
            <a:r>
              <a:rPr lang="en-GB" sz="1700" dirty="0"/>
              <a:t> do </a:t>
            </a:r>
            <a:r>
              <a:rPr lang="en-GB" sz="1700" dirty="0" err="1"/>
              <a:t>objetivo</a:t>
            </a:r>
            <a:r>
              <a:rPr lang="en-GB" sz="1700" dirty="0"/>
              <a:t> de </a:t>
            </a:r>
            <a:r>
              <a:rPr lang="en-GB" sz="1700" dirty="0" err="1"/>
              <a:t>desenvolver</a:t>
            </a:r>
            <a:r>
              <a:rPr lang="en-GB" sz="1700" dirty="0"/>
              <a:t> um </a:t>
            </a:r>
            <a:r>
              <a:rPr lang="en-GB" sz="1700" dirty="0" err="1"/>
              <a:t>projeto</a:t>
            </a:r>
            <a:r>
              <a:rPr lang="en-GB" sz="1700" dirty="0"/>
              <a:t> para o GCF</a:t>
            </a:r>
          </a:p>
          <a:p>
            <a:pPr marL="742950" lvl="1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700" dirty="0"/>
              <a:t>Co-</a:t>
            </a:r>
            <a:r>
              <a:rPr lang="en-GB" sz="1700" dirty="0" err="1"/>
              <a:t>desenho</a:t>
            </a:r>
            <a:r>
              <a:rPr lang="en-GB" sz="1700" dirty="0"/>
              <a:t> das </a:t>
            </a:r>
            <a:r>
              <a:rPr lang="en-GB" sz="1700" dirty="0" err="1"/>
              <a:t>atividades</a:t>
            </a:r>
            <a:r>
              <a:rPr lang="en-GB" sz="1700" dirty="0"/>
              <a:t> do </a:t>
            </a:r>
            <a:r>
              <a:rPr lang="en-GB" sz="1700" dirty="0" err="1"/>
              <a:t>projeto</a:t>
            </a:r>
            <a:r>
              <a:rPr lang="en-GB" sz="1700" dirty="0"/>
              <a:t> para um </a:t>
            </a:r>
            <a:r>
              <a:rPr lang="en-GB" sz="1700" dirty="0" err="1"/>
              <a:t>desenvolvimento</a:t>
            </a:r>
            <a:r>
              <a:rPr lang="en-GB" sz="1700" dirty="0"/>
              <a:t> de </a:t>
            </a:r>
            <a:r>
              <a:rPr lang="en-GB" sz="1700" dirty="0" err="1"/>
              <a:t>projeto</a:t>
            </a:r>
            <a:r>
              <a:rPr lang="en-GB" sz="1700" dirty="0"/>
              <a:t> </a:t>
            </a:r>
            <a:r>
              <a:rPr lang="en-GB" sz="1700" dirty="0" err="1"/>
              <a:t>mais</a:t>
            </a:r>
            <a:r>
              <a:rPr lang="en-GB" sz="1700" dirty="0"/>
              <a:t> </a:t>
            </a:r>
            <a:r>
              <a:rPr lang="en-GB" sz="1700" dirty="0" err="1"/>
              <a:t>participativo</a:t>
            </a:r>
            <a:r>
              <a:rPr lang="en-GB" sz="1700" dirty="0"/>
              <a:t> e de </a:t>
            </a:r>
            <a:r>
              <a:rPr lang="en-GB" sz="1700" dirty="0" err="1"/>
              <a:t>melhor</a:t>
            </a:r>
            <a:r>
              <a:rPr lang="en-GB" sz="1700" dirty="0"/>
              <a:t> </a:t>
            </a:r>
            <a:r>
              <a:rPr lang="en-GB" sz="1700" dirty="0" err="1"/>
              <a:t>qualidade</a:t>
            </a:r>
            <a:endParaRPr lang="en-IT" sz="1700" dirty="0"/>
          </a:p>
        </p:txBody>
      </p:sp>
    </p:spTree>
    <p:extLst>
      <p:ext uri="{BB962C8B-B14F-4D97-AF65-F5344CB8AC3E}">
        <p14:creationId xmlns:p14="http://schemas.microsoft.com/office/powerpoint/2010/main" val="2766163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2773887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257BD-E62B-33D0-5301-05AE516A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BBE29-8711-C52B-3DFC-3C9E36F1B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Speakers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493653-4B21-8A86-CE6D-281D2DF4136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6E966E-A824-14A7-3A4D-8AF7A02E905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958E0D7-D259-B5A7-0DEC-2913111D0E0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47CEA1A-DDCB-B2AB-77BA-33DA226DE8B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C3700B5-38F7-02E6-AF0F-D17A88C07AD2}"/>
              </a:ext>
            </a:extLst>
          </p:cNvPr>
          <p:cNvSpPr txBox="1"/>
          <p:nvPr/>
        </p:nvSpPr>
        <p:spPr>
          <a:xfrm>
            <a:off x="423876" y="1485900"/>
            <a:ext cx="11188700" cy="4488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600" b="1" dirty="0"/>
              <a:t>Riccardo Soldan</a:t>
            </a:r>
            <a:r>
              <a:rPr lang="en-GB" sz="1600" dirty="0"/>
              <a:t> </a:t>
            </a:r>
            <a:r>
              <a:rPr lang="en-GB" sz="1600" dirty="0" err="1"/>
              <a:t>possui</a:t>
            </a:r>
            <a:r>
              <a:rPr lang="en-GB" sz="1600" dirty="0"/>
              <a:t> um </a:t>
            </a:r>
            <a:r>
              <a:rPr lang="en-GB" sz="1600" dirty="0" err="1"/>
              <a:t>doutorado</a:t>
            </a:r>
            <a:r>
              <a:rPr lang="en-GB" sz="1600" dirty="0"/>
              <a:t> (Ph.D.)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Biossistemas</a:t>
            </a:r>
            <a:r>
              <a:rPr lang="en-GB" sz="1600" dirty="0"/>
              <a:t> </a:t>
            </a:r>
            <a:r>
              <a:rPr lang="en-GB" sz="1600" dirty="0" err="1"/>
              <a:t>Interdisciplinares</a:t>
            </a:r>
            <a:r>
              <a:rPr lang="en-GB" sz="1600" dirty="0"/>
              <a:t> pela </a:t>
            </a:r>
            <a:r>
              <a:rPr lang="en-GB" sz="1600" dirty="0" err="1"/>
              <a:t>Universidade</a:t>
            </a:r>
            <a:r>
              <a:rPr lang="en-GB" sz="1600" dirty="0"/>
              <a:t> de Oxford e </a:t>
            </a:r>
            <a:r>
              <a:rPr lang="en-GB" sz="1600" dirty="0" err="1"/>
              <a:t>mestre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Ciência</a:t>
            </a:r>
            <a:r>
              <a:rPr lang="en-GB" sz="1600" dirty="0"/>
              <a:t> de </a:t>
            </a:r>
            <a:r>
              <a:rPr lang="en-GB" sz="1600" dirty="0" err="1"/>
              <a:t>Culturas</a:t>
            </a:r>
            <a:r>
              <a:rPr lang="en-GB" sz="1600" dirty="0"/>
              <a:t>. Ele </a:t>
            </a:r>
            <a:r>
              <a:rPr lang="en-GB" sz="1600" dirty="0" err="1"/>
              <a:t>tem</a:t>
            </a:r>
            <a:r>
              <a:rPr lang="en-GB" sz="1600" dirty="0"/>
              <a:t> </a:t>
            </a:r>
            <a:r>
              <a:rPr lang="en-GB" sz="1600" dirty="0" err="1"/>
              <a:t>vários</a:t>
            </a:r>
            <a:r>
              <a:rPr lang="en-GB" sz="1600" dirty="0"/>
              <a:t> </a:t>
            </a:r>
            <a:r>
              <a:rPr lang="en-GB" sz="1600" dirty="0" err="1"/>
              <a:t>anos</a:t>
            </a:r>
            <a:r>
              <a:rPr lang="en-GB" sz="1600" dirty="0"/>
              <a:t> de </a:t>
            </a:r>
            <a:r>
              <a:rPr lang="en-GB" sz="1600" dirty="0" err="1"/>
              <a:t>experiência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ecossistemas</a:t>
            </a:r>
            <a:r>
              <a:rPr lang="en-GB" sz="1600" dirty="0"/>
              <a:t>, </a:t>
            </a:r>
            <a:r>
              <a:rPr lang="en-GB" sz="1600" dirty="0" err="1"/>
              <a:t>análise</a:t>
            </a:r>
            <a:r>
              <a:rPr lang="en-GB" sz="1600" dirty="0"/>
              <a:t> de </a:t>
            </a:r>
            <a:r>
              <a:rPr lang="en-GB" sz="1600" dirty="0" err="1"/>
              <a:t>riscos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e </a:t>
            </a:r>
            <a:r>
              <a:rPr lang="en-GB" sz="1600" dirty="0" err="1"/>
              <a:t>apoio</a:t>
            </a:r>
            <a:r>
              <a:rPr lang="en-GB" sz="1600" dirty="0"/>
              <a:t> à </a:t>
            </a:r>
            <a:r>
              <a:rPr lang="en-GB" sz="1600" dirty="0" err="1"/>
              <a:t>tomada</a:t>
            </a:r>
            <a:r>
              <a:rPr lang="en-GB" sz="1600" dirty="0"/>
              <a:t> de </a:t>
            </a:r>
            <a:r>
              <a:rPr lang="en-GB" sz="1600" dirty="0" err="1"/>
              <a:t>decisão</a:t>
            </a:r>
            <a:r>
              <a:rPr lang="en-GB" sz="1600" dirty="0"/>
              <a:t> </a:t>
            </a:r>
            <a:r>
              <a:rPr lang="en-GB" sz="1600" dirty="0" err="1"/>
              <a:t>baseada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dados para a </a:t>
            </a:r>
            <a:r>
              <a:rPr lang="en-GB" sz="1600" dirty="0" err="1"/>
              <a:t>agricultura</a:t>
            </a:r>
            <a:r>
              <a:rPr lang="en-GB" sz="1600" dirty="0"/>
              <a:t> e </a:t>
            </a:r>
            <a:r>
              <a:rPr lang="en-GB" sz="1600" dirty="0" err="1"/>
              <a:t>os</a:t>
            </a:r>
            <a:r>
              <a:rPr lang="en-GB" sz="1600" dirty="0"/>
              <a:t> </a:t>
            </a:r>
            <a:r>
              <a:rPr lang="en-GB" sz="1600" dirty="0" err="1"/>
              <a:t>recursos</a:t>
            </a:r>
            <a:r>
              <a:rPr lang="en-GB" sz="1600" dirty="0"/>
              <a:t> </a:t>
            </a:r>
            <a:r>
              <a:rPr lang="en-GB" sz="1600" dirty="0" err="1"/>
              <a:t>naturais</a:t>
            </a:r>
            <a:r>
              <a:rPr lang="en-GB" sz="1600" dirty="0"/>
              <a:t>. Na FAO, Riccardo </a:t>
            </a:r>
            <a:r>
              <a:rPr lang="en-GB" sz="1600" dirty="0" err="1"/>
              <a:t>liderou</a:t>
            </a:r>
            <a:r>
              <a:rPr lang="en-GB" sz="1600" dirty="0"/>
              <a:t> o </a:t>
            </a:r>
            <a:r>
              <a:rPr lang="en-GB" sz="1600" dirty="0" err="1"/>
              <a:t>desenvolvimento</a:t>
            </a:r>
            <a:r>
              <a:rPr lang="en-GB" sz="1600" dirty="0"/>
              <a:t> do </a:t>
            </a:r>
            <a:r>
              <a:rPr lang="en-GB" sz="1600" dirty="0" err="1"/>
              <a:t>quadro</a:t>
            </a:r>
            <a:r>
              <a:rPr lang="en-GB" sz="1600" dirty="0"/>
              <a:t> CAVA – Climate and Agriculture Risk Visualization and Assessment – e de ferramentas </a:t>
            </a:r>
            <a:r>
              <a:rPr lang="en-GB" sz="1600" dirty="0" err="1"/>
              <a:t>agroinformáticas</a:t>
            </a:r>
            <a:r>
              <a:rPr lang="en-GB" sz="1600" dirty="0"/>
              <a:t> </a:t>
            </a:r>
            <a:r>
              <a:rPr lang="en-GB" sz="1600" dirty="0" err="1"/>
              <a:t>associadas</a:t>
            </a:r>
            <a:r>
              <a:rPr lang="en-GB" sz="1600" dirty="0"/>
              <a:t>, para </a:t>
            </a:r>
            <a:r>
              <a:rPr lang="en-GB" sz="1600" dirty="0" err="1"/>
              <a:t>democratizar</a:t>
            </a:r>
            <a:r>
              <a:rPr lang="en-GB" sz="1600" dirty="0"/>
              <a:t> o </a:t>
            </a:r>
            <a:r>
              <a:rPr lang="en-GB" sz="1600" dirty="0" err="1"/>
              <a:t>acesso</a:t>
            </a:r>
            <a:r>
              <a:rPr lang="en-GB" sz="1600" dirty="0"/>
              <a:t> a </a:t>
            </a:r>
            <a:r>
              <a:rPr lang="en-GB" sz="1600" dirty="0" err="1"/>
              <a:t>informações</a:t>
            </a:r>
            <a:r>
              <a:rPr lang="en-GB" sz="1600" dirty="0"/>
              <a:t> </a:t>
            </a:r>
            <a:r>
              <a:rPr lang="en-GB" sz="1600" dirty="0" err="1"/>
              <a:t>sobre</a:t>
            </a:r>
            <a:r>
              <a:rPr lang="en-GB" sz="1600" dirty="0"/>
              <a:t> </a:t>
            </a:r>
            <a:r>
              <a:rPr lang="en-GB" sz="1600" dirty="0" err="1"/>
              <a:t>clima</a:t>
            </a:r>
            <a:r>
              <a:rPr lang="en-GB" sz="1600" dirty="0"/>
              <a:t> e </a:t>
            </a:r>
            <a:r>
              <a:rPr lang="en-GB" sz="1600" dirty="0" err="1"/>
              <a:t>impactos</a:t>
            </a:r>
            <a:r>
              <a:rPr lang="en-GB" sz="1600" dirty="0"/>
              <a:t>, </a:t>
            </a:r>
            <a:r>
              <a:rPr lang="en-GB" sz="1600" dirty="0" err="1"/>
              <a:t>apoiar</a:t>
            </a:r>
            <a:r>
              <a:rPr lang="en-GB" sz="1600" dirty="0"/>
              <a:t> a </a:t>
            </a:r>
            <a:r>
              <a:rPr lang="en-GB" sz="1600" dirty="0" err="1"/>
              <a:t>implementação</a:t>
            </a:r>
            <a:r>
              <a:rPr lang="en-GB" sz="1600" dirty="0"/>
              <a:t> dos </a:t>
            </a:r>
            <a:r>
              <a:rPr lang="en-GB" sz="1600" dirty="0" err="1"/>
              <a:t>Padrões</a:t>
            </a:r>
            <a:r>
              <a:rPr lang="en-GB" sz="1600" dirty="0"/>
              <a:t> </a:t>
            </a:r>
            <a:r>
              <a:rPr lang="en-GB" sz="1600" dirty="0" err="1"/>
              <a:t>Ambientais</a:t>
            </a:r>
            <a:r>
              <a:rPr lang="en-GB" sz="1600" dirty="0"/>
              <a:t> e </a:t>
            </a:r>
            <a:r>
              <a:rPr lang="en-GB" sz="1600" dirty="0" err="1"/>
              <a:t>Sociais</a:t>
            </a:r>
            <a:r>
              <a:rPr lang="en-GB" sz="1600" dirty="0"/>
              <a:t> (ESS) e </a:t>
            </a:r>
            <a:r>
              <a:rPr lang="en-GB" sz="1600" dirty="0" err="1"/>
              <a:t>fortalecer</a:t>
            </a:r>
            <a:r>
              <a:rPr lang="en-GB" sz="1600" dirty="0"/>
              <a:t> a </a:t>
            </a:r>
            <a:r>
              <a:rPr lang="en-GB" sz="1600" dirty="0" err="1"/>
              <a:t>análise</a:t>
            </a:r>
            <a:r>
              <a:rPr lang="en-GB" sz="1600" dirty="0"/>
              <a:t> de </a:t>
            </a:r>
            <a:r>
              <a:rPr lang="en-GB" sz="1600" dirty="0" err="1"/>
              <a:t>riscos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portfólios</a:t>
            </a:r>
            <a:r>
              <a:rPr lang="en-GB" sz="1600" dirty="0"/>
              <a:t> de </a:t>
            </a:r>
            <a:r>
              <a:rPr lang="en-GB" sz="1600" dirty="0" err="1"/>
              <a:t>projetos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países</a:t>
            </a:r>
            <a:r>
              <a:rPr lang="en-GB" sz="1600" dirty="0"/>
              <a:t>.</a:t>
            </a:r>
          </a:p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endParaRPr lang="en-GB" sz="1600" dirty="0"/>
          </a:p>
          <a:p>
            <a:pPr marL="285750" indent="-285750" algn="just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600" b="1" dirty="0"/>
              <a:t>Samuel </a:t>
            </a:r>
            <a:r>
              <a:rPr lang="en-GB" sz="1600" b="1" dirty="0" err="1"/>
              <a:t>Greenrod</a:t>
            </a:r>
            <a:r>
              <a:rPr lang="en-GB" sz="1600" b="1" dirty="0"/>
              <a:t> </a:t>
            </a:r>
            <a:r>
              <a:rPr lang="en-GB" sz="1600" dirty="0" err="1"/>
              <a:t>possui</a:t>
            </a:r>
            <a:r>
              <a:rPr lang="en-GB" sz="1600" dirty="0"/>
              <a:t> um </a:t>
            </a:r>
            <a:r>
              <a:rPr lang="en-GB" sz="1600" dirty="0" err="1"/>
              <a:t>doutorado</a:t>
            </a:r>
            <a:r>
              <a:rPr lang="en-GB" sz="1600" dirty="0"/>
              <a:t> (Ph.D.)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Biossistemas</a:t>
            </a:r>
            <a:r>
              <a:rPr lang="en-GB" sz="1600" dirty="0"/>
              <a:t> </a:t>
            </a:r>
            <a:r>
              <a:rPr lang="en-GB" sz="1600" dirty="0" err="1"/>
              <a:t>Interdisciplinares</a:t>
            </a:r>
            <a:r>
              <a:rPr lang="en-GB" sz="1600" dirty="0"/>
              <a:t> pela </a:t>
            </a:r>
            <a:r>
              <a:rPr lang="en-GB" sz="1600" dirty="0" err="1"/>
              <a:t>Universidade</a:t>
            </a:r>
            <a:r>
              <a:rPr lang="en-GB" sz="1600" dirty="0"/>
              <a:t> de Oxford, no Reino </a:t>
            </a:r>
            <a:r>
              <a:rPr lang="en-GB" sz="1600" dirty="0" err="1"/>
              <a:t>Unido</a:t>
            </a:r>
            <a:r>
              <a:rPr lang="en-GB" sz="1600" dirty="0"/>
              <a:t>, e um </a:t>
            </a:r>
            <a:r>
              <a:rPr lang="en-GB" sz="1600" dirty="0" err="1"/>
              <a:t>mestrado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Biologia</a:t>
            </a:r>
            <a:r>
              <a:rPr lang="en-GB" sz="1600" dirty="0"/>
              <a:t> de </a:t>
            </a:r>
            <a:r>
              <a:rPr lang="en-GB" sz="1600" dirty="0" err="1"/>
              <a:t>Patógenos</a:t>
            </a:r>
            <a:r>
              <a:rPr lang="en-GB" sz="1600" dirty="0"/>
              <a:t> de </a:t>
            </a:r>
            <a:r>
              <a:rPr lang="en-GB" sz="1600" dirty="0" err="1"/>
              <a:t>Culturas</a:t>
            </a:r>
            <a:r>
              <a:rPr lang="en-GB" sz="1600" dirty="0"/>
              <a:t>. Ele </a:t>
            </a:r>
            <a:r>
              <a:rPr lang="en-GB" sz="1600" dirty="0" err="1"/>
              <a:t>tem</a:t>
            </a:r>
            <a:r>
              <a:rPr lang="en-GB" sz="1600" dirty="0"/>
              <a:t> </a:t>
            </a:r>
            <a:r>
              <a:rPr lang="en-GB" sz="1600" dirty="0" err="1"/>
              <a:t>experiência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</a:t>
            </a:r>
            <a:r>
              <a:rPr lang="en-GB" sz="1600" dirty="0" err="1"/>
              <a:t>análises</a:t>
            </a:r>
            <a:r>
              <a:rPr lang="en-GB" sz="1600" dirty="0"/>
              <a:t> de </a:t>
            </a:r>
            <a:r>
              <a:rPr lang="en-GB" sz="1600" dirty="0" err="1"/>
              <a:t>risco</a:t>
            </a:r>
            <a:r>
              <a:rPr lang="en-GB" sz="1600" dirty="0"/>
              <a:t> </a:t>
            </a:r>
            <a:r>
              <a:rPr lang="en-GB" sz="1600" dirty="0" err="1"/>
              <a:t>climático</a:t>
            </a:r>
            <a:r>
              <a:rPr lang="en-GB" sz="1600" dirty="0"/>
              <a:t> e </a:t>
            </a:r>
            <a:r>
              <a:rPr lang="en-GB" sz="1600" dirty="0" err="1"/>
              <a:t>modelagem</a:t>
            </a:r>
            <a:r>
              <a:rPr lang="en-GB" sz="1600" dirty="0"/>
              <a:t> de </a:t>
            </a:r>
            <a:r>
              <a:rPr lang="en-GB" sz="1600" dirty="0" err="1"/>
              <a:t>impactos</a:t>
            </a:r>
            <a:r>
              <a:rPr lang="en-GB" sz="1600" dirty="0"/>
              <a:t> </a:t>
            </a:r>
            <a:r>
              <a:rPr lang="en-GB" sz="1600" dirty="0" err="1"/>
              <a:t>climáticos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setores</a:t>
            </a:r>
            <a:r>
              <a:rPr lang="en-GB" sz="1600" dirty="0"/>
              <a:t> de </a:t>
            </a:r>
            <a:r>
              <a:rPr lang="en-GB" sz="1600" dirty="0" err="1"/>
              <a:t>agricultura</a:t>
            </a:r>
            <a:r>
              <a:rPr lang="en-GB" sz="1600" dirty="0"/>
              <a:t>, </a:t>
            </a:r>
            <a:r>
              <a:rPr lang="en-GB" sz="1600" dirty="0" err="1"/>
              <a:t>florestas</a:t>
            </a:r>
            <a:r>
              <a:rPr lang="en-GB" sz="1600" dirty="0"/>
              <a:t> e </a:t>
            </a:r>
            <a:r>
              <a:rPr lang="en-GB" sz="1600" dirty="0" err="1"/>
              <a:t>pesca</a:t>
            </a:r>
            <a:r>
              <a:rPr lang="en-GB" sz="1600" dirty="0"/>
              <a:t>. Na FAO, Samuel </a:t>
            </a:r>
            <a:r>
              <a:rPr lang="en-GB" sz="1600" dirty="0" err="1"/>
              <a:t>é</a:t>
            </a:r>
            <a:r>
              <a:rPr lang="en-GB" sz="1600" dirty="0"/>
              <a:t> o </a:t>
            </a:r>
            <a:r>
              <a:rPr lang="en-GB" sz="1600" dirty="0" err="1"/>
              <a:t>autor</a:t>
            </a:r>
            <a:r>
              <a:rPr lang="en-GB" sz="1600" dirty="0"/>
              <a:t> principal de um </a:t>
            </a:r>
            <a:r>
              <a:rPr lang="en-GB" sz="1600" dirty="0" err="1"/>
              <a:t>relatório</a:t>
            </a:r>
            <a:r>
              <a:rPr lang="en-GB" sz="1600" dirty="0"/>
              <a:t> de </a:t>
            </a:r>
            <a:r>
              <a:rPr lang="en-GB" sz="1600" dirty="0" err="1"/>
              <a:t>prontidão</a:t>
            </a:r>
            <a:r>
              <a:rPr lang="en-GB" sz="1600" dirty="0"/>
              <a:t> do GCF </a:t>
            </a:r>
            <a:r>
              <a:rPr lang="en-GB" sz="1600" dirty="0" err="1"/>
              <a:t>que</a:t>
            </a:r>
            <a:r>
              <a:rPr lang="en-GB" sz="1600" dirty="0"/>
              <a:t> </a:t>
            </a:r>
            <a:r>
              <a:rPr lang="en-GB" sz="1600" dirty="0" err="1"/>
              <a:t>avalia</a:t>
            </a:r>
            <a:r>
              <a:rPr lang="en-GB" sz="1600" dirty="0"/>
              <a:t> </a:t>
            </a:r>
            <a:r>
              <a:rPr lang="en-GB" sz="1600" dirty="0" err="1"/>
              <a:t>os</a:t>
            </a:r>
            <a:r>
              <a:rPr lang="en-GB" sz="1600" dirty="0"/>
              <a:t> </a:t>
            </a:r>
            <a:r>
              <a:rPr lang="en-GB" sz="1600" dirty="0" err="1"/>
              <a:t>impactos</a:t>
            </a:r>
            <a:r>
              <a:rPr lang="en-GB" sz="1600" dirty="0"/>
              <a:t> das </a:t>
            </a:r>
            <a:r>
              <a:rPr lang="en-GB" sz="1600" dirty="0" err="1"/>
              <a:t>mudanças</a:t>
            </a:r>
            <a:r>
              <a:rPr lang="en-GB" sz="1600" dirty="0"/>
              <a:t> </a:t>
            </a:r>
            <a:r>
              <a:rPr lang="en-GB" sz="1600" dirty="0" err="1"/>
              <a:t>climáticas</a:t>
            </a:r>
            <a:r>
              <a:rPr lang="en-GB" sz="1600" dirty="0"/>
              <a:t> </a:t>
            </a:r>
            <a:r>
              <a:rPr lang="en-GB" sz="1600" dirty="0" err="1"/>
              <a:t>nos</a:t>
            </a:r>
            <a:r>
              <a:rPr lang="en-GB" sz="1600" dirty="0"/>
              <a:t> </a:t>
            </a:r>
            <a:r>
              <a:rPr lang="en-GB" sz="1600" dirty="0" err="1"/>
              <a:t>setores</a:t>
            </a:r>
            <a:r>
              <a:rPr lang="en-GB" sz="1600" dirty="0"/>
              <a:t> de turismo e </a:t>
            </a:r>
            <a:r>
              <a:rPr lang="en-GB" sz="1600" dirty="0" err="1"/>
              <a:t>pescas</a:t>
            </a:r>
            <a:r>
              <a:rPr lang="en-GB" sz="1600" dirty="0"/>
              <a:t> </a:t>
            </a:r>
            <a:r>
              <a:rPr lang="en-GB" sz="1600" dirty="0" err="1"/>
              <a:t>em</a:t>
            </a:r>
            <a:r>
              <a:rPr lang="en-GB" sz="1600" dirty="0"/>
              <a:t> São Tomé e Príncipe.</a:t>
            </a:r>
            <a:endParaRPr lang="en-IT" sz="1600" dirty="0"/>
          </a:p>
        </p:txBody>
      </p:sp>
    </p:spTree>
    <p:extLst>
      <p:ext uri="{BB962C8B-B14F-4D97-AF65-F5344CB8AC3E}">
        <p14:creationId xmlns:p14="http://schemas.microsoft.com/office/powerpoint/2010/main" val="42020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47211-0B8C-F41F-2047-58290553B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92917-28B5-83B3-3269-9201C5B5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A70B76D-7462-14A3-73CE-6DEA345792F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02FF9A0-E1D5-9B54-DEFE-A091A3303B4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2997F2-81D7-B228-2A07-DEC40C81F18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5800B6E-57D4-3E50-D861-F89ED32E764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595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C9236-25AA-0E8D-F4CE-41244FB5F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9AEF8-019C-71BC-60DB-4AF450489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7F87F9F-0E21-DA0A-5301-D1612C38804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A9B54BE-00D4-D3AE-AE7C-FEA52E2D98D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FA94128-45F8-AEBD-4950-CA30A2E69C6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A58916B-6B34-2213-21DC-AA1B7CD9F14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5306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FE47-E342-EBAE-6478-B0C7FA43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6D993-EA5F-E8C5-E35E-493F04911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CE5CB58-A1D9-5322-865A-EDEED669A84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7DBAA-A221-57F7-C24B-5F8D2BD4CFB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744847-A68C-EBD2-E114-7BCB32D83E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E4B516-981F-F51E-6DDF-C1170FE273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9021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500CC7CC11694381E56D15BD009ABF" ma:contentTypeVersion="17" ma:contentTypeDescription="Create a new document." ma:contentTypeScope="" ma:versionID="5bde0183fae20f930619151b743545d5">
  <xsd:schema xmlns:xsd="http://www.w3.org/2001/XMLSchema" xmlns:xs="http://www.w3.org/2001/XMLSchema" xmlns:p="http://schemas.microsoft.com/office/2006/metadata/properties" xmlns:ns2="c0caafef-fd22-48d0-85dc-526f5aa604f6" xmlns:ns3="cc7ce8ca-8f52-44ec-9496-3c41d0f5ad18" targetNamespace="http://schemas.microsoft.com/office/2006/metadata/properties" ma:root="true" ma:fieldsID="b93acc077f3eeba91a697f445d89f976" ns2:_="" ns3:_="">
    <xsd:import namespace="c0caafef-fd22-48d0-85dc-526f5aa604f6"/>
    <xsd:import namespace="cc7ce8ca-8f52-44ec-9496-3c41d0f5ad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caafef-fd22-48d0-85dc-526f5aa604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7ce8ca-8f52-44ec-9496-3c41d0f5ad18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5dfeec75-c9d3-4c39-ba02-38eb92d5f92d}" ma:internalName="TaxCatchAll" ma:showField="CatchAllData" ma:web="cc7ce8ca-8f52-44ec-9496-3c41d0f5ad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0caafef-fd22-48d0-85dc-526f5aa604f6">
      <Terms xmlns="http://schemas.microsoft.com/office/infopath/2007/PartnerControls"/>
    </lcf76f155ced4ddcb4097134ff3c332f>
    <TaxCatchAll xmlns="cc7ce8ca-8f52-44ec-9496-3c41d0f5ad18" xsi:nil="true"/>
  </documentManagement>
</p:properties>
</file>

<file path=customXml/itemProps1.xml><?xml version="1.0" encoding="utf-8"?>
<ds:datastoreItem xmlns:ds="http://schemas.openxmlformats.org/officeDocument/2006/customXml" ds:itemID="{F8E82391-0565-41E9-9127-B1DFEFCF6557}"/>
</file>

<file path=customXml/itemProps2.xml><?xml version="1.0" encoding="utf-8"?>
<ds:datastoreItem xmlns:ds="http://schemas.openxmlformats.org/officeDocument/2006/customXml" ds:itemID="{3A3DF9AB-00FC-46DB-A5D6-293E8DE99346}"/>
</file>

<file path=customXml/itemProps3.xml><?xml version="1.0" encoding="utf-8"?>
<ds:datastoreItem xmlns:ds="http://schemas.openxmlformats.org/officeDocument/2006/customXml" ds:itemID="{E17CF73B-06D3-4F9B-955D-0740B08863BD}"/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427</Words>
  <Application>Microsoft Macintosh PowerPoint</Application>
  <PresentationFormat>Widescreen</PresentationFormat>
  <Paragraphs>28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Georgia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Agenda do workshop</vt:lpstr>
      <vt:lpstr>Por que estamos aqui </vt:lpstr>
      <vt:lpstr>Speakers</vt:lpstr>
      <vt:lpstr>Agenda</vt:lpstr>
      <vt:lpstr>Agenda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17</cp:revision>
  <dcterms:created xsi:type="dcterms:W3CDTF">2025-11-12T15:08:01Z</dcterms:created>
  <dcterms:modified xsi:type="dcterms:W3CDTF">2025-11-26T09:47:23Z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0x01010072500CC7CC11694381E56D15BD009ABF</vt:lpwstr>
  </property>
</Properties>
</file>