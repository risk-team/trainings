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modernComment_116_D65996FA.xml" ContentType="application/vnd.ms-powerpoint.comment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8" r:id="rId2"/>
    <p:sldId id="261" r:id="rId3"/>
    <p:sldId id="262" r:id="rId4"/>
    <p:sldId id="271" r:id="rId5"/>
    <p:sldId id="281" r:id="rId6"/>
    <p:sldId id="282" r:id="rId7"/>
    <p:sldId id="28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58D5D99-21CF-B08C-94E1-10539A96C80D}" name="Samuel Greenrod" initials="SG" userId="f4bf26eb60ababa0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58D925-793F-447B-8BB0-F75EDE0268A2}" v="19" dt="2025-11-17T08:22:10.6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microsoft.com/office/2018/10/relationships/authors" Target="authors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reenrod, Samuel (OCBD)" userId="2206092a-8a12-487a-a963-cafe9a401430" providerId="ADAL" clId="{54C49FCB-CE70-4530-A1A9-E0EA58CC5D69}"/>
    <pc:docChg chg="undo custSel addSld delSld modSld">
      <pc:chgData name="Greenrod, Samuel (OCBD)" userId="2206092a-8a12-487a-a963-cafe9a401430" providerId="ADAL" clId="{54C49FCB-CE70-4530-A1A9-E0EA58CC5D69}" dt="2025-11-17T08:48:27.960" v="299" actId="478"/>
      <pc:docMkLst>
        <pc:docMk/>
      </pc:docMkLst>
      <pc:sldChg chg="delSp mod">
        <pc:chgData name="Greenrod, Samuel (OCBD)" userId="2206092a-8a12-487a-a963-cafe9a401430" providerId="ADAL" clId="{54C49FCB-CE70-4530-A1A9-E0EA58CC5D69}" dt="2025-11-17T08:48:16.282" v="294" actId="478"/>
        <pc:sldMkLst>
          <pc:docMk/>
          <pc:sldMk cId="2766163668" sldId="261"/>
        </pc:sldMkLst>
        <pc:picChg chg="del">
          <ac:chgData name="Greenrod, Samuel (OCBD)" userId="2206092a-8a12-487a-a963-cafe9a401430" providerId="ADAL" clId="{54C49FCB-CE70-4530-A1A9-E0EA58CC5D69}" dt="2025-11-17T08:48:16.282" v="294" actId="478"/>
          <ac:picMkLst>
            <pc:docMk/>
            <pc:sldMk cId="2766163668" sldId="261"/>
            <ac:picMk id="4" creationId="{8826921F-4FE7-00C9-8D7F-C8B9E6F28BB7}"/>
          </ac:picMkLst>
        </pc:picChg>
      </pc:sldChg>
      <pc:sldChg chg="delSp mod">
        <pc:chgData name="Greenrod, Samuel (OCBD)" userId="2206092a-8a12-487a-a963-cafe9a401430" providerId="ADAL" clId="{54C49FCB-CE70-4530-A1A9-E0EA58CC5D69}" dt="2025-11-17T08:48:18.702" v="295" actId="478"/>
        <pc:sldMkLst>
          <pc:docMk/>
          <pc:sldMk cId="147372020" sldId="262"/>
        </pc:sldMkLst>
        <pc:picChg chg="del">
          <ac:chgData name="Greenrod, Samuel (OCBD)" userId="2206092a-8a12-487a-a963-cafe9a401430" providerId="ADAL" clId="{54C49FCB-CE70-4530-A1A9-E0EA58CC5D69}" dt="2025-11-17T08:48:18.702" v="295" actId="478"/>
          <ac:picMkLst>
            <pc:docMk/>
            <pc:sldMk cId="147372020" sldId="262"/>
            <ac:picMk id="4" creationId="{E3CC1D01-A494-499B-497F-CBF312F00B7D}"/>
          </ac:picMkLst>
        </pc:picChg>
      </pc:sldChg>
      <pc:sldChg chg="del">
        <pc:chgData name="Greenrod, Samuel (OCBD)" userId="2206092a-8a12-487a-a963-cafe9a401430" providerId="ADAL" clId="{54C49FCB-CE70-4530-A1A9-E0EA58CC5D69}" dt="2025-11-17T07:56:21.549" v="27" actId="47"/>
        <pc:sldMkLst>
          <pc:docMk/>
          <pc:sldMk cId="949652993" sldId="264"/>
        </pc:sldMkLst>
      </pc:sldChg>
      <pc:sldChg chg="del">
        <pc:chgData name="Greenrod, Samuel (OCBD)" userId="2206092a-8a12-487a-a963-cafe9a401430" providerId="ADAL" clId="{54C49FCB-CE70-4530-A1A9-E0EA58CC5D69}" dt="2025-11-17T07:56:21.990" v="28" actId="47"/>
        <pc:sldMkLst>
          <pc:docMk/>
          <pc:sldMk cId="1624480387" sldId="265"/>
        </pc:sldMkLst>
      </pc:sldChg>
      <pc:sldChg chg="delSp mod">
        <pc:chgData name="Greenrod, Samuel (OCBD)" userId="2206092a-8a12-487a-a963-cafe9a401430" providerId="ADAL" clId="{54C49FCB-CE70-4530-A1A9-E0EA58CC5D69}" dt="2025-11-17T08:48:20.761" v="296" actId="478"/>
        <pc:sldMkLst>
          <pc:docMk/>
          <pc:sldMk cId="2578936741" sldId="271"/>
        </pc:sldMkLst>
        <pc:picChg chg="del">
          <ac:chgData name="Greenrod, Samuel (OCBD)" userId="2206092a-8a12-487a-a963-cafe9a401430" providerId="ADAL" clId="{54C49FCB-CE70-4530-A1A9-E0EA58CC5D69}" dt="2025-11-17T08:48:20.761" v="296" actId="478"/>
          <ac:picMkLst>
            <pc:docMk/>
            <pc:sldMk cId="2578936741" sldId="271"/>
            <ac:picMk id="4" creationId="{11486565-DD02-60CC-CB0C-56CE71528CD4}"/>
          </ac:picMkLst>
        </pc:picChg>
      </pc:sldChg>
      <pc:sldChg chg="del">
        <pc:chgData name="Greenrod, Samuel (OCBD)" userId="2206092a-8a12-487a-a963-cafe9a401430" providerId="ADAL" clId="{54C49FCB-CE70-4530-A1A9-E0EA58CC5D69}" dt="2025-11-17T07:56:23.585" v="29" actId="47"/>
        <pc:sldMkLst>
          <pc:docMk/>
          <pc:sldMk cId="3626862724" sldId="272"/>
        </pc:sldMkLst>
      </pc:sldChg>
      <pc:sldChg chg="del">
        <pc:chgData name="Greenrod, Samuel (OCBD)" userId="2206092a-8a12-487a-a963-cafe9a401430" providerId="ADAL" clId="{54C49FCB-CE70-4530-A1A9-E0EA58CC5D69}" dt="2025-11-17T07:56:23.819" v="30" actId="47"/>
        <pc:sldMkLst>
          <pc:docMk/>
          <pc:sldMk cId="1594676965" sldId="274"/>
        </pc:sldMkLst>
      </pc:sldChg>
      <pc:sldChg chg="del">
        <pc:chgData name="Greenrod, Samuel (OCBD)" userId="2206092a-8a12-487a-a963-cafe9a401430" providerId="ADAL" clId="{54C49FCB-CE70-4530-A1A9-E0EA58CC5D69}" dt="2025-11-17T07:56:25.115" v="31" actId="47"/>
        <pc:sldMkLst>
          <pc:docMk/>
          <pc:sldMk cId="1794463847" sldId="275"/>
        </pc:sldMkLst>
      </pc:sldChg>
      <pc:sldChg chg="del">
        <pc:chgData name="Greenrod, Samuel (OCBD)" userId="2206092a-8a12-487a-a963-cafe9a401430" providerId="ADAL" clId="{54C49FCB-CE70-4530-A1A9-E0EA58CC5D69}" dt="2025-11-17T07:56:25.497" v="32" actId="47"/>
        <pc:sldMkLst>
          <pc:docMk/>
          <pc:sldMk cId="3191509225" sldId="276"/>
        </pc:sldMkLst>
      </pc:sldChg>
      <pc:sldChg chg="del">
        <pc:chgData name="Greenrod, Samuel (OCBD)" userId="2206092a-8a12-487a-a963-cafe9a401430" providerId="ADAL" clId="{54C49FCB-CE70-4530-A1A9-E0EA58CC5D69}" dt="2025-11-17T07:56:20.249" v="26" actId="47"/>
        <pc:sldMkLst>
          <pc:docMk/>
          <pc:sldMk cId="572669901" sldId="280"/>
        </pc:sldMkLst>
      </pc:sldChg>
      <pc:sldChg chg="addSp delSp modSp mod">
        <pc:chgData name="Greenrod, Samuel (OCBD)" userId="2206092a-8a12-487a-a963-cafe9a401430" providerId="ADAL" clId="{54C49FCB-CE70-4530-A1A9-E0EA58CC5D69}" dt="2025-11-17T08:48:22.578" v="297" actId="478"/>
        <pc:sldMkLst>
          <pc:docMk/>
          <pc:sldMk cId="2011615651" sldId="281"/>
        </pc:sldMkLst>
        <pc:spChg chg="mod">
          <ac:chgData name="Greenrod, Samuel (OCBD)" userId="2206092a-8a12-487a-a963-cafe9a401430" providerId="ADAL" clId="{54C49FCB-CE70-4530-A1A9-E0EA58CC5D69}" dt="2025-11-17T08:03:57.454" v="71" actId="27636"/>
          <ac:spMkLst>
            <pc:docMk/>
            <pc:sldMk cId="2011615651" sldId="281"/>
            <ac:spMk id="3" creationId="{CA00AF49-CC44-25D9-3735-EF8C3DBD2D0F}"/>
          </ac:spMkLst>
        </pc:spChg>
        <pc:spChg chg="add mod">
          <ac:chgData name="Greenrod, Samuel (OCBD)" userId="2206092a-8a12-487a-a963-cafe9a401430" providerId="ADAL" clId="{54C49FCB-CE70-4530-A1A9-E0EA58CC5D69}" dt="2025-11-17T07:56:03.898" v="24" actId="113"/>
          <ac:spMkLst>
            <pc:docMk/>
            <pc:sldMk cId="2011615651" sldId="281"/>
            <ac:spMk id="13" creationId="{583A28C2-A26F-6AEF-A405-EFD1071BBBC3}"/>
          </ac:spMkLst>
        </pc:spChg>
        <pc:picChg chg="del">
          <ac:chgData name="Greenrod, Samuel (OCBD)" userId="2206092a-8a12-487a-a963-cafe9a401430" providerId="ADAL" clId="{54C49FCB-CE70-4530-A1A9-E0EA58CC5D69}" dt="2025-11-17T08:48:22.578" v="297" actId="478"/>
          <ac:picMkLst>
            <pc:docMk/>
            <pc:sldMk cId="2011615651" sldId="281"/>
            <ac:picMk id="4" creationId="{624E25BF-3146-3C97-7550-F3FD068C318C}"/>
          </ac:picMkLst>
        </pc:picChg>
        <pc:picChg chg="add del mod">
          <ac:chgData name="Greenrod, Samuel (OCBD)" userId="2206092a-8a12-487a-a963-cafe9a401430" providerId="ADAL" clId="{54C49FCB-CE70-4530-A1A9-E0EA58CC5D69}" dt="2025-11-17T07:54:06.673" v="5" actId="478"/>
          <ac:picMkLst>
            <pc:docMk/>
            <pc:sldMk cId="2011615651" sldId="281"/>
            <ac:picMk id="7" creationId="{87FEC22F-80D9-E74D-D583-996FE78300EA}"/>
          </ac:picMkLst>
        </pc:picChg>
        <pc:picChg chg="add mod">
          <ac:chgData name="Greenrod, Samuel (OCBD)" userId="2206092a-8a12-487a-a963-cafe9a401430" providerId="ADAL" clId="{54C49FCB-CE70-4530-A1A9-E0EA58CC5D69}" dt="2025-11-17T07:56:05.302" v="25" actId="1076"/>
          <ac:picMkLst>
            <pc:docMk/>
            <pc:sldMk cId="2011615651" sldId="281"/>
            <ac:picMk id="12" creationId="{415DF548-4296-243F-F7AD-D7BBD189587B}"/>
          </ac:picMkLst>
        </pc:picChg>
        <pc:picChg chg="del">
          <ac:chgData name="Greenrod, Samuel (OCBD)" userId="2206092a-8a12-487a-a963-cafe9a401430" providerId="ADAL" clId="{54C49FCB-CE70-4530-A1A9-E0EA58CC5D69}" dt="2025-11-17T07:55:18.005" v="7" actId="478"/>
          <ac:picMkLst>
            <pc:docMk/>
            <pc:sldMk cId="2011615651" sldId="281"/>
            <ac:picMk id="1026" creationId="{C6B48F5A-6657-21D2-C0C2-1F7FFA584A56}"/>
          </ac:picMkLst>
        </pc:picChg>
      </pc:sldChg>
      <pc:sldChg chg="addSp delSp modSp add mod">
        <pc:chgData name="Greenrod, Samuel (OCBD)" userId="2206092a-8a12-487a-a963-cafe9a401430" providerId="ADAL" clId="{54C49FCB-CE70-4530-A1A9-E0EA58CC5D69}" dt="2025-11-17T08:48:26.021" v="298" actId="478"/>
        <pc:sldMkLst>
          <pc:docMk/>
          <pc:sldMk cId="678195566" sldId="282"/>
        </pc:sldMkLst>
        <pc:spChg chg="mod">
          <ac:chgData name="Greenrod, Samuel (OCBD)" userId="2206092a-8a12-487a-a963-cafe9a401430" providerId="ADAL" clId="{54C49FCB-CE70-4530-A1A9-E0EA58CC5D69}" dt="2025-11-17T08:23:12.457" v="226" actId="20577"/>
          <ac:spMkLst>
            <pc:docMk/>
            <pc:sldMk cId="678195566" sldId="282"/>
            <ac:spMk id="2" creationId="{DFC6BEEC-2188-F867-43DB-F47FFD013174}"/>
          </ac:spMkLst>
        </pc:spChg>
        <pc:spChg chg="del">
          <ac:chgData name="Greenrod, Samuel (OCBD)" userId="2206092a-8a12-487a-a963-cafe9a401430" providerId="ADAL" clId="{54C49FCB-CE70-4530-A1A9-E0EA58CC5D69}" dt="2025-11-17T08:16:01.618" v="76" actId="478"/>
          <ac:spMkLst>
            <pc:docMk/>
            <pc:sldMk cId="678195566" sldId="282"/>
            <ac:spMk id="13" creationId="{4D53649F-826A-A1BD-DEA0-5B4CEE6DCDAA}"/>
          </ac:spMkLst>
        </pc:spChg>
        <pc:grpChg chg="add mod">
          <ac:chgData name="Greenrod, Samuel (OCBD)" userId="2206092a-8a12-487a-a963-cafe9a401430" providerId="ADAL" clId="{54C49FCB-CE70-4530-A1A9-E0EA58CC5D69}" dt="2025-11-17T08:20:41.839" v="122" actId="1076"/>
          <ac:grpSpMkLst>
            <pc:docMk/>
            <pc:sldMk cId="678195566" sldId="282"/>
            <ac:grpSpMk id="16" creationId="{885250F6-DF62-FCE2-81E4-949F51A4F186}"/>
          </ac:grpSpMkLst>
        </pc:grpChg>
        <pc:picChg chg="del">
          <ac:chgData name="Greenrod, Samuel (OCBD)" userId="2206092a-8a12-487a-a963-cafe9a401430" providerId="ADAL" clId="{54C49FCB-CE70-4530-A1A9-E0EA58CC5D69}" dt="2025-11-17T08:48:26.021" v="298" actId="478"/>
          <ac:picMkLst>
            <pc:docMk/>
            <pc:sldMk cId="678195566" sldId="282"/>
            <ac:picMk id="4" creationId="{57B4E25D-5DFD-6730-A208-4B9881972482}"/>
          </ac:picMkLst>
        </pc:picChg>
        <pc:picChg chg="add mod modCrop">
          <ac:chgData name="Greenrod, Samuel (OCBD)" userId="2206092a-8a12-487a-a963-cafe9a401430" providerId="ADAL" clId="{54C49FCB-CE70-4530-A1A9-E0EA58CC5D69}" dt="2025-11-17T08:20:28.557" v="116" actId="164"/>
          <ac:picMkLst>
            <pc:docMk/>
            <pc:sldMk cId="678195566" sldId="282"/>
            <ac:picMk id="7" creationId="{7B7152C8-A687-4CE0-4C06-E0CE31385723}"/>
          </ac:picMkLst>
        </pc:picChg>
        <pc:picChg chg="add mod ord modCrop">
          <ac:chgData name="Greenrod, Samuel (OCBD)" userId="2206092a-8a12-487a-a963-cafe9a401430" providerId="ADAL" clId="{54C49FCB-CE70-4530-A1A9-E0EA58CC5D69}" dt="2025-11-17T08:20:28.557" v="116" actId="164"/>
          <ac:picMkLst>
            <pc:docMk/>
            <pc:sldMk cId="678195566" sldId="282"/>
            <ac:picMk id="11" creationId="{4AC6E5C5-6BB9-E6C7-69CD-8AB8E84F541D}"/>
          </ac:picMkLst>
        </pc:picChg>
        <pc:picChg chg="del">
          <ac:chgData name="Greenrod, Samuel (OCBD)" userId="2206092a-8a12-487a-a963-cafe9a401430" providerId="ADAL" clId="{54C49FCB-CE70-4530-A1A9-E0EA58CC5D69}" dt="2025-11-17T08:16:00.801" v="75" actId="478"/>
          <ac:picMkLst>
            <pc:docMk/>
            <pc:sldMk cId="678195566" sldId="282"/>
            <ac:picMk id="12" creationId="{4BEF24AC-BFB5-55C0-5B51-8ABC92287567}"/>
          </ac:picMkLst>
        </pc:picChg>
        <pc:picChg chg="add mod modCrop">
          <ac:chgData name="Greenrod, Samuel (OCBD)" userId="2206092a-8a12-487a-a963-cafe9a401430" providerId="ADAL" clId="{54C49FCB-CE70-4530-A1A9-E0EA58CC5D69}" dt="2025-11-17T08:20:28.557" v="116" actId="164"/>
          <ac:picMkLst>
            <pc:docMk/>
            <pc:sldMk cId="678195566" sldId="282"/>
            <ac:picMk id="14" creationId="{2F0057FA-0263-8823-C51F-89921A350926}"/>
          </ac:picMkLst>
        </pc:picChg>
        <pc:picChg chg="add mod modCrop">
          <ac:chgData name="Greenrod, Samuel (OCBD)" userId="2206092a-8a12-487a-a963-cafe9a401430" providerId="ADAL" clId="{54C49FCB-CE70-4530-A1A9-E0EA58CC5D69}" dt="2025-11-17T08:20:28.557" v="116" actId="164"/>
          <ac:picMkLst>
            <pc:docMk/>
            <pc:sldMk cId="678195566" sldId="282"/>
            <ac:picMk id="15" creationId="{12C60F36-1F90-86EB-B026-56D4C926D9FA}"/>
          </ac:picMkLst>
        </pc:picChg>
      </pc:sldChg>
      <pc:sldChg chg="addSp delSp modSp add mod">
        <pc:chgData name="Greenrod, Samuel (OCBD)" userId="2206092a-8a12-487a-a963-cafe9a401430" providerId="ADAL" clId="{54C49FCB-CE70-4530-A1A9-E0EA58CC5D69}" dt="2025-11-17T08:48:27.960" v="299" actId="478"/>
        <pc:sldMkLst>
          <pc:docMk/>
          <pc:sldMk cId="1216405978" sldId="283"/>
        </pc:sldMkLst>
        <pc:spChg chg="mod">
          <ac:chgData name="Greenrod, Samuel (OCBD)" userId="2206092a-8a12-487a-a963-cafe9a401430" providerId="ADAL" clId="{54C49FCB-CE70-4530-A1A9-E0EA58CC5D69}" dt="2025-11-17T08:23:22.360" v="276" actId="20577"/>
          <ac:spMkLst>
            <pc:docMk/>
            <pc:sldMk cId="1216405978" sldId="283"/>
            <ac:spMk id="2" creationId="{215C10F8-8770-8344-0577-1F11F2499CA8}"/>
          </ac:spMkLst>
        </pc:spChg>
        <pc:spChg chg="mod">
          <ac:chgData name="Greenrod, Samuel (OCBD)" userId="2206092a-8a12-487a-a963-cafe9a401430" providerId="ADAL" clId="{54C49FCB-CE70-4530-A1A9-E0EA58CC5D69}" dt="2025-11-17T08:23:28.345" v="293" actId="20577"/>
          <ac:spMkLst>
            <pc:docMk/>
            <pc:sldMk cId="1216405978" sldId="283"/>
            <ac:spMk id="3" creationId="{47B9E260-AD0F-9C4C-53DD-39538E4F83DE}"/>
          </ac:spMkLst>
        </pc:spChg>
        <pc:grpChg chg="del">
          <ac:chgData name="Greenrod, Samuel (OCBD)" userId="2206092a-8a12-487a-a963-cafe9a401430" providerId="ADAL" clId="{54C49FCB-CE70-4530-A1A9-E0EA58CC5D69}" dt="2025-11-17T08:21:08.628" v="130" actId="478"/>
          <ac:grpSpMkLst>
            <pc:docMk/>
            <pc:sldMk cId="1216405978" sldId="283"/>
            <ac:grpSpMk id="16" creationId="{6B7EFE0A-972F-FE23-4028-326AEFBCA30A}"/>
          </ac:grpSpMkLst>
        </pc:grpChg>
        <pc:picChg chg="del">
          <ac:chgData name="Greenrod, Samuel (OCBD)" userId="2206092a-8a12-487a-a963-cafe9a401430" providerId="ADAL" clId="{54C49FCB-CE70-4530-A1A9-E0EA58CC5D69}" dt="2025-11-17T08:48:27.960" v="299" actId="478"/>
          <ac:picMkLst>
            <pc:docMk/>
            <pc:sldMk cId="1216405978" sldId="283"/>
            <ac:picMk id="4" creationId="{4B7DBCC9-4A47-7C29-C24A-74C873C3A46A}"/>
          </ac:picMkLst>
        </pc:picChg>
        <pc:picChg chg="add mod modCrop">
          <ac:chgData name="Greenrod, Samuel (OCBD)" userId="2206092a-8a12-487a-a963-cafe9a401430" providerId="ADAL" clId="{54C49FCB-CE70-4530-A1A9-E0EA58CC5D69}" dt="2025-11-17T08:22:49.499" v="171" actId="1076"/>
          <ac:picMkLst>
            <pc:docMk/>
            <pc:sldMk cId="1216405978" sldId="283"/>
            <ac:picMk id="12" creationId="{9AE2574A-E692-CF26-80FC-C0A15C10A4CA}"/>
          </ac:picMkLst>
        </pc:picChg>
        <pc:picChg chg="add mod ord modCrop">
          <ac:chgData name="Greenrod, Samuel (OCBD)" userId="2206092a-8a12-487a-a963-cafe9a401430" providerId="ADAL" clId="{54C49FCB-CE70-4530-A1A9-E0EA58CC5D69}" dt="2025-11-17T08:22:49.499" v="171" actId="1076"/>
          <ac:picMkLst>
            <pc:docMk/>
            <pc:sldMk cId="1216405978" sldId="283"/>
            <ac:picMk id="13" creationId="{D0F08044-FE35-3897-954F-E756FFA425D0}"/>
          </ac:picMkLst>
        </pc:picChg>
        <pc:picChg chg="add mod modCrop">
          <ac:chgData name="Greenrod, Samuel (OCBD)" userId="2206092a-8a12-487a-a963-cafe9a401430" providerId="ADAL" clId="{54C49FCB-CE70-4530-A1A9-E0EA58CC5D69}" dt="2025-11-17T08:22:49.499" v="171" actId="1076"/>
          <ac:picMkLst>
            <pc:docMk/>
            <pc:sldMk cId="1216405978" sldId="283"/>
            <ac:picMk id="17" creationId="{3934C56D-634D-6515-306C-F842E14C195D}"/>
          </ac:picMkLst>
        </pc:picChg>
        <pc:picChg chg="add mod modCrop">
          <ac:chgData name="Greenrod, Samuel (OCBD)" userId="2206092a-8a12-487a-a963-cafe9a401430" providerId="ADAL" clId="{54C49FCB-CE70-4530-A1A9-E0EA58CC5D69}" dt="2025-11-17T08:22:49.499" v="171" actId="1076"/>
          <ac:picMkLst>
            <pc:docMk/>
            <pc:sldMk cId="1216405978" sldId="283"/>
            <ac:picMk id="18" creationId="{4B4037E7-EFB5-E407-FE1A-CDCE04E2881A}"/>
          </ac:picMkLst>
        </pc:picChg>
      </pc:sldChg>
    </pc:docChg>
  </pc:docChgLst>
  <pc:docChgLst>
    <pc:chgData name="Greenrod, Samuel (OCBD)" userId="2206092a-8a12-487a-a963-cafe9a401430" providerId="ADAL" clId="{E3E79E2D-8612-4160-B288-21B9B925C666}"/>
    <pc:docChg chg="undo custSel addSld modSld">
      <pc:chgData name="Greenrod, Samuel (OCBD)" userId="2206092a-8a12-487a-a963-cafe9a401430" providerId="ADAL" clId="{E3E79E2D-8612-4160-B288-21B9B925C666}" dt="2025-11-12T18:30:16.026" v="1324" actId="20577"/>
      <pc:docMkLst>
        <pc:docMk/>
      </pc:docMkLst>
      <pc:sldChg chg="modSp mod">
        <pc:chgData name="Greenrod, Samuel (OCBD)" userId="2206092a-8a12-487a-a963-cafe9a401430" providerId="ADAL" clId="{E3E79E2D-8612-4160-B288-21B9B925C666}" dt="2025-11-12T16:14:03.582" v="39" actId="20577"/>
        <pc:sldMkLst>
          <pc:docMk/>
          <pc:sldMk cId="2766163668" sldId="261"/>
        </pc:sldMkLst>
        <pc:spChg chg="mod">
          <ac:chgData name="Greenrod, Samuel (OCBD)" userId="2206092a-8a12-487a-a963-cafe9a401430" providerId="ADAL" clId="{E3E79E2D-8612-4160-B288-21B9B925C666}" dt="2025-11-12T16:14:03.582" v="39" actId="20577"/>
          <ac:spMkLst>
            <pc:docMk/>
            <pc:sldMk cId="2766163668" sldId="261"/>
            <ac:spMk id="3" creationId="{4E3F9C69-A220-021D-6DCA-DB13628BC29F}"/>
          </ac:spMkLst>
        </pc:spChg>
      </pc:sldChg>
      <pc:sldChg chg="addSp delSp modSp mod">
        <pc:chgData name="Greenrod, Samuel (OCBD)" userId="2206092a-8a12-487a-a963-cafe9a401430" providerId="ADAL" clId="{E3E79E2D-8612-4160-B288-21B9B925C666}" dt="2025-11-12T16:23:13.446" v="511" actId="1076"/>
        <pc:sldMkLst>
          <pc:docMk/>
          <pc:sldMk cId="147372020" sldId="262"/>
        </pc:sldMkLst>
        <pc:spChg chg="mod">
          <ac:chgData name="Greenrod, Samuel (OCBD)" userId="2206092a-8a12-487a-a963-cafe9a401430" providerId="ADAL" clId="{E3E79E2D-8612-4160-B288-21B9B925C666}" dt="2025-11-12T16:14:13" v="69" actId="20577"/>
          <ac:spMkLst>
            <pc:docMk/>
            <pc:sldMk cId="147372020" sldId="262"/>
            <ac:spMk id="2" creationId="{E8639597-57ED-0A4B-54BB-C49E2BC6658E}"/>
          </ac:spMkLst>
        </pc:spChg>
        <pc:spChg chg="mod">
          <ac:chgData name="Greenrod, Samuel (OCBD)" userId="2206092a-8a12-487a-a963-cafe9a401430" providerId="ADAL" clId="{E3E79E2D-8612-4160-B288-21B9B925C666}" dt="2025-11-12T16:22:12.337" v="504" actId="27636"/>
          <ac:spMkLst>
            <pc:docMk/>
            <pc:sldMk cId="147372020" sldId="262"/>
            <ac:spMk id="3" creationId="{658F7D0B-3588-08B0-0049-708DBA68FA54}"/>
          </ac:spMkLst>
        </pc:spChg>
        <pc:spChg chg="add">
          <ac:chgData name="Greenrod, Samuel (OCBD)" userId="2206092a-8a12-487a-a963-cafe9a401430" providerId="ADAL" clId="{E3E79E2D-8612-4160-B288-21B9B925C666}" dt="2025-11-12T16:22:46.542" v="508"/>
          <ac:spMkLst>
            <pc:docMk/>
            <pc:sldMk cId="147372020" sldId="262"/>
            <ac:spMk id="11" creationId="{59CF9D43-43CA-D8E6-83D4-27A48D4A24CD}"/>
          </ac:spMkLst>
        </pc:spChg>
        <pc:picChg chg="mod">
          <ac:chgData name="Greenrod, Samuel (OCBD)" userId="2206092a-8a12-487a-a963-cafe9a401430" providerId="ADAL" clId="{E3E79E2D-8612-4160-B288-21B9B925C666}" dt="2025-11-12T16:22:16.471" v="507" actId="1076"/>
          <ac:picMkLst>
            <pc:docMk/>
            <pc:sldMk cId="147372020" sldId="262"/>
            <ac:picMk id="7" creationId="{D61BADDF-C5BC-0447-82E4-24C81F870AA9}"/>
          </ac:picMkLst>
        </pc:picChg>
        <pc:picChg chg="add mod">
          <ac:chgData name="Greenrod, Samuel (OCBD)" userId="2206092a-8a12-487a-a963-cafe9a401430" providerId="ADAL" clId="{E3E79E2D-8612-4160-B288-21B9B925C666}" dt="2025-11-12T16:23:13.446" v="511" actId="1076"/>
          <ac:picMkLst>
            <pc:docMk/>
            <pc:sldMk cId="147372020" sldId="262"/>
            <ac:picMk id="2052" creationId="{80CE6463-F610-8DAE-67CE-A3632DC44414}"/>
          </ac:picMkLst>
        </pc:picChg>
      </pc:sldChg>
      <pc:sldChg chg="addSp delSp modSp mod">
        <pc:chgData name="Greenrod, Samuel (OCBD)" userId="2206092a-8a12-487a-a963-cafe9a401430" providerId="ADAL" clId="{E3E79E2D-8612-4160-B288-21B9B925C666}" dt="2025-11-12T18:26:53.382" v="1277" actId="1076"/>
        <pc:sldMkLst>
          <pc:docMk/>
          <pc:sldMk cId="2578936741" sldId="271"/>
        </pc:sldMkLst>
        <pc:spChg chg="mod">
          <ac:chgData name="Greenrod, Samuel (OCBD)" userId="2206092a-8a12-487a-a963-cafe9a401430" providerId="ADAL" clId="{E3E79E2D-8612-4160-B288-21B9B925C666}" dt="2025-11-12T17:42:12.757" v="579"/>
          <ac:spMkLst>
            <pc:docMk/>
            <pc:sldMk cId="2578936741" sldId="271"/>
            <ac:spMk id="2" creationId="{28B30A41-F933-5C82-61A3-1B3C6F20B557}"/>
          </ac:spMkLst>
        </pc:spChg>
        <pc:spChg chg="mod">
          <ac:chgData name="Greenrod, Samuel (OCBD)" userId="2206092a-8a12-487a-a963-cafe9a401430" providerId="ADAL" clId="{E3E79E2D-8612-4160-B288-21B9B925C666}" dt="2025-11-12T18:26:49.291" v="1274" actId="27636"/>
          <ac:spMkLst>
            <pc:docMk/>
            <pc:sldMk cId="2578936741" sldId="271"/>
            <ac:spMk id="3" creationId="{00ECA1D0-D97E-0CD4-9A3F-D588798CFC2D}"/>
          </ac:spMkLst>
        </pc:spChg>
        <pc:picChg chg="add mod">
          <ac:chgData name="Greenrod, Samuel (OCBD)" userId="2206092a-8a12-487a-a963-cafe9a401430" providerId="ADAL" clId="{E3E79E2D-8612-4160-B288-21B9B925C666}" dt="2025-11-12T18:26:53.382" v="1277" actId="1076"/>
          <ac:picMkLst>
            <pc:docMk/>
            <pc:sldMk cId="2578936741" sldId="271"/>
            <ac:picMk id="1026" creationId="{F028766C-0F4A-1C6A-5A7D-A27BAB303371}"/>
          </ac:picMkLst>
        </pc:picChg>
      </pc:sldChg>
      <pc:sldChg chg="modSp mod">
        <pc:chgData name="Greenrod, Samuel (OCBD)" userId="2206092a-8a12-487a-a963-cafe9a401430" providerId="ADAL" clId="{E3E79E2D-8612-4160-B288-21B9B925C666}" dt="2025-11-12T16:13:37.458" v="37" actId="20577"/>
        <pc:sldMkLst>
          <pc:docMk/>
          <pc:sldMk cId="3596195578" sldId="278"/>
        </pc:sldMkLst>
        <pc:spChg chg="mod">
          <ac:chgData name="Greenrod, Samuel (OCBD)" userId="2206092a-8a12-487a-a963-cafe9a401430" providerId="ADAL" clId="{E3E79E2D-8612-4160-B288-21B9B925C666}" dt="2025-11-12T16:13:37.458" v="37" actId="20577"/>
          <ac:spMkLst>
            <pc:docMk/>
            <pc:sldMk cId="3596195578" sldId="278"/>
            <ac:spMk id="3" creationId="{B65361E7-4E15-CD6C-8E77-8F89B5B7D557}"/>
          </ac:spMkLst>
        </pc:spChg>
      </pc:sldChg>
      <pc:sldChg chg="modSp add mod">
        <pc:chgData name="Greenrod, Samuel (OCBD)" userId="2206092a-8a12-487a-a963-cafe9a401430" providerId="ADAL" clId="{E3E79E2D-8612-4160-B288-21B9B925C666}" dt="2025-11-12T18:30:16.026" v="1324" actId="20577"/>
        <pc:sldMkLst>
          <pc:docMk/>
          <pc:sldMk cId="2011615651" sldId="281"/>
        </pc:sldMkLst>
        <pc:spChg chg="mod">
          <ac:chgData name="Greenrod, Samuel (OCBD)" userId="2206092a-8a12-487a-a963-cafe9a401430" providerId="ADAL" clId="{E3E79E2D-8612-4160-B288-21B9B925C666}" dt="2025-11-12T18:27:03.127" v="1304" actId="20577"/>
          <ac:spMkLst>
            <pc:docMk/>
            <pc:sldMk cId="2011615651" sldId="281"/>
            <ac:spMk id="2" creationId="{B3B18A85-4BA1-8306-551E-E13EE80979A6}"/>
          </ac:spMkLst>
        </pc:spChg>
        <pc:spChg chg="mod">
          <ac:chgData name="Greenrod, Samuel (OCBD)" userId="2206092a-8a12-487a-a963-cafe9a401430" providerId="ADAL" clId="{E3E79E2D-8612-4160-B288-21B9B925C666}" dt="2025-11-12T18:30:16.026" v="1324" actId="20577"/>
          <ac:spMkLst>
            <pc:docMk/>
            <pc:sldMk cId="2011615651" sldId="281"/>
            <ac:spMk id="3" creationId="{CA00AF49-CC44-25D9-3735-EF8C3DBD2D0F}"/>
          </ac:spMkLst>
        </pc:spChg>
      </pc:sldChg>
    </pc:docChg>
  </pc:docChgLst>
</pc:chgInfo>
</file>

<file path=ppt/comments/modernComment_116_D65996F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A35EFF7-6E11-4ED5-8DD2-5683A3180CDF}" authorId="{058D5D99-21CF-B08C-94E1-10539A96C80D}" created="2025-09-25T07:35:28.264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596195578" sldId="278"/>
      <ac:picMk id="3074" creationId="{D18EC2C8-8D2B-E43F-E1FF-B94334997B32}"/>
    </ac:deMkLst>
    <p188:txBody>
      <a:bodyPr/>
      <a:lstStyle/>
      <a:p>
        <a:r>
          <a:rPr lang="en-GB"/>
          <a:t>I put the STP flag as a logo - maybe a different logo would be more appropriate here?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902E7-A716-093E-1362-7E685B34D4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93B841-8EE8-DCBC-2BAE-B1BF7602C8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E8C693-220B-B7B6-F273-9E8D88B86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EFA331-FF6B-E678-85E6-FA98BFF10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291788-18EC-C0F1-421D-E58F375C3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1169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D914C-2843-B9AD-AC46-8BE4D4356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207C89-5D55-D97F-1B0F-874F7957A3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8F25AA-4827-21EE-6457-0D8A1E279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A3C8B3-BFB7-B7B7-401A-DDE6A010E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13345C-1881-0252-ED6F-932F01657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8168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864E0-F887-C31C-EDEF-579D66A3B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424415-DF7E-52B8-145E-786748D81B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B3C852-2345-F521-177D-4E5B893FC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22B64E-F91B-6635-C807-E852F82D4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915CAA-E194-3CD1-B25D-967407BF2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1936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15E79-11E6-91DA-C1DF-43EE6E2C8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9403DD-2C16-8613-848C-729DFEAAF8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A4534D-6506-01C1-835C-A2A80BA208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068A7E-5959-EF74-4AE3-4C6598E18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49150A-5F84-8DA5-F9D7-271F272A5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E8E90A-6E5D-37FA-5043-B6C8C6992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99095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4F9A9-40C4-1957-20AC-E2581FC5B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21D9B0-C6B0-FF15-4F4A-1DF24A7341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E3EC60-5D65-13EB-9B87-BF64988D8E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5016FE-5560-05A2-0A09-557D143F32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4BD99A-6DAE-04A0-D8FE-6469EBAD3E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B7807F-E675-8070-B291-0A7766639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9B2935-82F4-5EC2-F131-22AF56366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6C4B4F-8FF7-6EF4-B3B3-97E030623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7565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14752-E894-E28F-CC83-669C0C98E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EF1A0F-BAEE-193B-5104-D689D6001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72CC38-EE6B-3312-D9DE-2250B873E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3E9EBF-D944-C8F9-494F-0C0806F2E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6771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B7050D-7431-6E75-ABFE-4904280C9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2B6110-B850-CD4C-D9A2-04E486B74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404830-154D-725F-C08C-90848CBEE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9887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E49D0-2387-A63D-B1EB-1BBC9DD07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2C4B2-AD0C-5FD7-E9D0-3BD735028A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12B124-0D1F-E6BB-FE9A-27008B0E19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0F39A0-D2C4-810D-5040-DB77176E1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C6447C-D477-B9DD-EE25-969620FCF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89CDE6-DDB1-B3DF-3BCF-E1EC5D515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69245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E8146-53AD-B0B0-25E0-D41028B56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143BD9-A1EC-BBF8-5CA0-27C292981F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3376DA-0DA9-DFA7-29A1-A419855517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F8036A-EA62-8F43-229C-6ED5D9834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00B40C-1B62-4385-EE1A-160F6548F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D04422-6B0A-10B8-3E85-A0802CE7B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48479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711CF-0431-B737-6A3C-1BD952799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06C612-0010-B526-C894-8CE6494EE7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1E29F3-C586-D1F0-64FB-8140E0B67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40C656-9408-1B7B-A7F2-88EF768D3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895FBF-191E-7C84-1861-41F1AF54A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69632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9C1F22-C032-7740-E855-6710D61644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425B6A-B82A-FACB-1442-1AF6B13F0C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4CB769-4CFA-EC12-C2AF-7BD7D6E22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F7E55E-D6FC-DB93-3863-32D5DBC12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B7CCFB-D6DD-C1F2-BFB1-84BECB741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36271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4F7785-40BA-DF1C-3523-7CCE340EE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092171-54C5-E92A-D2A9-070C218267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C93DE5-AB22-1D9D-2C5C-C2796AAEBF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A8B291-23C9-4CE5-96D0-E0118EB6230C}" type="datetimeFigureOut">
              <a:rPr lang="en-GB" smtClean="0"/>
              <a:t>17/11/2025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48E0D2-DD2A-9440-3AA2-BF0A61A900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E916CE-CB18-558E-31A7-4004BD0D09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1773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8/10/relationships/comments" Target="../comments/modernComment_116_D65996FA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A74D7-F4EA-CF5E-D552-74464B3CD5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2060179"/>
            <a:ext cx="9144000" cy="1655762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0070C0"/>
                </a:solidFill>
                <a:latin typeface="Arial"/>
                <a:cs typeface="Arial"/>
              </a:rPr>
              <a:t>Technical workshop for GCF project: </a:t>
            </a:r>
            <a:r>
              <a:rPr lang="en-GB" sz="2400" dirty="0">
                <a:solidFill>
                  <a:srgbClr val="0070C0"/>
                </a:solidFill>
                <a:latin typeface="Arial"/>
                <a:cs typeface="Arial"/>
              </a:rPr>
              <a:t>Climate change and climate change impacts on São Tomé and Príncipe with a focus on fishery and tourism sectors in a Blue Economy context</a:t>
            </a:r>
            <a:b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dirty="0">
                <a:solidFill>
                  <a:srgbClr val="0070C0"/>
                </a:solidFill>
                <a:latin typeface="Arial"/>
                <a:cs typeface="Arial"/>
              </a:rPr>
              <a:t>Sao Tome and Principe, November/December 2025</a:t>
            </a:r>
            <a:endParaRPr lang="en-US" sz="3600" dirty="0">
              <a:solidFill>
                <a:srgbClr val="0070C0"/>
              </a:solidFill>
              <a:latin typeface="Arial"/>
              <a:cs typeface="Arial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5361E7-4E15-CD6C-8E77-8F89B5B7D5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73677"/>
            <a:ext cx="9144000" cy="1655762"/>
          </a:xfrm>
        </p:spPr>
        <p:txBody>
          <a:bodyPr>
            <a:normAutofit/>
          </a:bodyPr>
          <a:lstStyle/>
          <a:p>
            <a:r>
              <a:rPr lang="en-GB" b="1" cap="all" dirty="0">
                <a:solidFill>
                  <a:schemeClr val="accent5">
                    <a:lumMod val="75000"/>
                  </a:schemeClr>
                </a:solidFill>
                <a:latin typeface="Georgia" panose="02040502050405020303" pitchFamily="18" charset="0"/>
              </a:rPr>
              <a:t>Impact modelling for fish biomass projections</a:t>
            </a:r>
            <a:endParaRPr lang="en-US" sz="1800" dirty="0">
              <a:solidFill>
                <a:schemeClr val="accent1">
                  <a:lumMod val="50000"/>
                </a:schemeClr>
              </a:solidFill>
              <a:latin typeface="Georgia" panose="02040502050405020303" pitchFamily="18" charset="0"/>
            </a:endParaRPr>
          </a:p>
          <a:p>
            <a:endParaRPr lang="en-US" dirty="0">
              <a:solidFill>
                <a:schemeClr val="accent1">
                  <a:lumMod val="50000"/>
                </a:schemeClr>
              </a:solidFill>
              <a:latin typeface="Georgia" panose="02040502050405020303" pitchFamily="18" charset="0"/>
            </a:endParaRPr>
          </a:p>
          <a:p>
            <a:r>
              <a:rPr lang="en-US" sz="1500" dirty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By: Samuel Greenrod, Marco Fusi, Riccardo Soldan, Lionel </a:t>
            </a:r>
            <a:r>
              <a:rPr lang="en-US" sz="1500" dirty="0" err="1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Kinadjian</a:t>
            </a:r>
            <a:endParaRPr lang="en-US" sz="1500" dirty="0">
              <a:solidFill>
                <a:schemeClr val="accent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  <p:pic>
        <p:nvPicPr>
          <p:cNvPr id="7" name="Picture 6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09888D26-7370-8509-4416-30924E0722A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1257"/>
          <a:stretch>
            <a:fillRect/>
          </a:stretch>
        </p:blipFill>
        <p:spPr>
          <a:xfrm>
            <a:off x="594821" y="257459"/>
            <a:ext cx="3014653" cy="1003438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76A18F0-129F-D4F1-D5BD-9C6826AB94BE}"/>
              </a:ext>
            </a:extLst>
          </p:cNvPr>
          <p:cNvCxnSpPr/>
          <p:nvPr/>
        </p:nvCxnSpPr>
        <p:spPr>
          <a:xfrm>
            <a:off x="968828" y="3935186"/>
            <a:ext cx="1025434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465DBE5-7B38-D154-314F-B7ABE5C7A406}"/>
              </a:ext>
            </a:extLst>
          </p:cNvPr>
          <p:cNvGrpSpPr/>
          <p:nvPr/>
        </p:nvGrpSpPr>
        <p:grpSpPr>
          <a:xfrm>
            <a:off x="-16329" y="1390670"/>
            <a:ext cx="12208329" cy="262452"/>
            <a:chOff x="-16329" y="6677194"/>
            <a:chExt cx="12208329" cy="262452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921F9B8-11EE-4197-BAF5-5A5EB6D664EE}"/>
                </a:ext>
              </a:extLst>
            </p:cNvPr>
            <p:cNvSpPr/>
            <p:nvPr/>
          </p:nvSpPr>
          <p:spPr>
            <a:xfrm>
              <a:off x="6384471" y="6678386"/>
              <a:ext cx="3804558" cy="26125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689C7B9-DBF0-4289-6D9A-D7CEC898F07B}"/>
                </a:ext>
              </a:extLst>
            </p:cNvPr>
            <p:cNvSpPr/>
            <p:nvPr/>
          </p:nvSpPr>
          <p:spPr>
            <a:xfrm>
              <a:off x="-16329" y="6678388"/>
              <a:ext cx="6400800" cy="261258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2D5C065-F1C4-74F3-61B8-06241CFB5626}"/>
                </a:ext>
              </a:extLst>
            </p:cNvPr>
            <p:cNvSpPr/>
            <p:nvPr/>
          </p:nvSpPr>
          <p:spPr>
            <a:xfrm>
              <a:off x="10189029" y="6677194"/>
              <a:ext cx="2002971" cy="2624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074" name="Picture 2">
            <a:extLst>
              <a:ext uri="{FF2B5EF4-FFF2-40B4-BE49-F238E27FC236}">
                <a16:creationId xmlns:a16="http://schemas.microsoft.com/office/drawing/2014/main" id="{D18EC2C8-8D2B-E43F-E1FF-B94334997B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2166" y="174034"/>
            <a:ext cx="2173726" cy="1086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619557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AB30C-2D87-C74C-405A-670FB3C38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58B82-CF15-26F3-A6FC-DCE25512E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360052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Fisheries in Sao Tome and Principe: the challenge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3F9C69-A220-021D-6DCA-DB13628BC2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3636" y="2005012"/>
            <a:ext cx="5257800" cy="4351338"/>
          </a:xfrm>
        </p:spPr>
        <p:txBody>
          <a:bodyPr>
            <a:norm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Climate models project significant future oceanographic change</a:t>
            </a:r>
          </a:p>
          <a:p>
            <a:pPr lvl="1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Climate change is expected to affect fisheries by altering: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Fish reproduction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Fish densities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Fish migration patterns</a:t>
            </a:r>
          </a:p>
          <a:p>
            <a:pPr lvl="1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03F7CB-4C8D-580D-EEBA-A44271C21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2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E95BC09-408A-A028-15E5-244AD70E246A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6C4ED02-B311-5215-DA5F-A9BBBC88F0C7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DCC1761-CCEE-58BE-9A61-751EE1C61125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E08523A1-7290-2AF3-16D5-A52FAFE12B63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289A456A-796D-10A1-C739-557F6144265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235" t="46200" r="26896" b="12861"/>
          <a:stretch>
            <a:fillRect/>
          </a:stretch>
        </p:blipFill>
        <p:spPr>
          <a:xfrm>
            <a:off x="6993275" y="1618001"/>
            <a:ext cx="1871881" cy="3503940"/>
          </a:xfrm>
          <a:prstGeom prst="rect">
            <a:avLst/>
          </a:prstGeom>
        </p:spPr>
      </p:pic>
      <p:pic>
        <p:nvPicPr>
          <p:cNvPr id="13" name="Picture 12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FCCD75D8-9B9B-5201-1034-EBDCCA0B66D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281" t="91911" r="15732" b="1719"/>
          <a:stretch>
            <a:fillRect/>
          </a:stretch>
        </p:blipFill>
        <p:spPr>
          <a:xfrm>
            <a:off x="6839633" y="5533812"/>
            <a:ext cx="2119941" cy="365125"/>
          </a:xfrm>
          <a:prstGeom prst="rect">
            <a:avLst/>
          </a:prstGeom>
        </p:spPr>
      </p:pic>
      <p:pic>
        <p:nvPicPr>
          <p:cNvPr id="14" name="Picture 13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5D0BE1E2-BF92-39E5-E2DC-230AE5E428A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83" t="91911" r="52703" b="3088"/>
          <a:stretch>
            <a:fillRect/>
          </a:stretch>
        </p:blipFill>
        <p:spPr>
          <a:xfrm>
            <a:off x="6972984" y="5201251"/>
            <a:ext cx="1853241" cy="286664"/>
          </a:xfrm>
          <a:prstGeom prst="rect">
            <a:avLst/>
          </a:prstGeom>
        </p:spPr>
      </p:pic>
      <p:pic>
        <p:nvPicPr>
          <p:cNvPr id="15" name="Picture 1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F501C99F-2D21-42B1-9892-D214A7BF8F4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138" t="46307" r="27825" b="12394"/>
          <a:stretch>
            <a:fillRect/>
          </a:stretch>
        </p:blipFill>
        <p:spPr>
          <a:xfrm>
            <a:off x="9162645" y="1634295"/>
            <a:ext cx="1715635" cy="3531105"/>
          </a:xfrm>
          <a:prstGeom prst="rect">
            <a:avLst/>
          </a:prstGeom>
        </p:spPr>
      </p:pic>
      <p:pic>
        <p:nvPicPr>
          <p:cNvPr id="16" name="Picture 15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DABE6C2B-CBC4-7234-9256-AD8D688E104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900" t="92291" r="25515" b="2817"/>
          <a:stretch>
            <a:fillRect/>
          </a:stretch>
        </p:blipFill>
        <p:spPr>
          <a:xfrm>
            <a:off x="9162645" y="5537727"/>
            <a:ext cx="2268746" cy="279964"/>
          </a:xfrm>
          <a:prstGeom prst="rect">
            <a:avLst/>
          </a:prstGeom>
        </p:spPr>
      </p:pic>
      <p:pic>
        <p:nvPicPr>
          <p:cNvPr id="17" name="Picture 16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B3F6475B-95E1-757F-F23C-6B9FDDF51DD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22" t="91372" r="65050" b="2849"/>
          <a:stretch>
            <a:fillRect/>
          </a:stretch>
        </p:blipFill>
        <p:spPr>
          <a:xfrm>
            <a:off x="9780466" y="5152284"/>
            <a:ext cx="477328" cy="330709"/>
          </a:xfrm>
          <a:prstGeom prst="rect">
            <a:avLst/>
          </a:prstGeom>
        </p:spPr>
      </p:pic>
      <p:pic>
        <p:nvPicPr>
          <p:cNvPr id="12" name="Picture 11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5F1BCAAF-8DBF-CFDE-BB54-55BF3DCA51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749" t="46200" r="2489" b="12861"/>
          <a:stretch>
            <a:fillRect/>
          </a:stretch>
        </p:blipFill>
        <p:spPr>
          <a:xfrm>
            <a:off x="10847977" y="1609375"/>
            <a:ext cx="322053" cy="350394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6DD1E8D-D74A-D627-3898-BCA131942FC5}"/>
              </a:ext>
            </a:extLst>
          </p:cNvPr>
          <p:cNvSpPr txBox="1"/>
          <p:nvPr/>
        </p:nvSpPr>
        <p:spPr>
          <a:xfrm>
            <a:off x="7875187" y="5969655"/>
            <a:ext cx="25016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latin typeface="Arial" panose="020B0604020202020204" pitchFamily="34" charset="0"/>
                <a:cs typeface="Arial" panose="020B0604020202020204" pitchFamily="34" charset="0"/>
              </a:rPr>
              <a:t>Values are relative to historical run</a:t>
            </a:r>
          </a:p>
        </p:txBody>
      </p:sp>
    </p:spTree>
    <p:extLst>
      <p:ext uri="{BB962C8B-B14F-4D97-AF65-F5344CB8AC3E}">
        <p14:creationId xmlns:p14="http://schemas.microsoft.com/office/powerpoint/2010/main" val="27661636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143415-383E-9F3A-6063-F6DE64291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39597-57ED-0A4B-54BB-C49E2BC66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156" y="511070"/>
            <a:ext cx="8709612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Impact-based modelling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8F7D0B-3588-08B0-0049-708DBA68FA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156" y="1952658"/>
            <a:ext cx="5515379" cy="4351338"/>
          </a:xfrm>
        </p:spPr>
        <p:txBody>
          <a:bodyPr>
            <a:normAutofit fontScale="85000" lnSpcReduction="10000"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Impact models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are referred to as “mechanistic” as they use complex equations to model how fish systems function and interact with their environment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For example, impact models often consider:</a:t>
            </a: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Predator-prey interactions</a:t>
            </a: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Resource availability</a:t>
            </a: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Energy transfer</a:t>
            </a:r>
          </a:p>
          <a:p>
            <a:pPr lvl="1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Migration</a:t>
            </a:r>
          </a:p>
          <a:p>
            <a:pPr lvl="1"/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Impact models give projections of fish biomass based on future projected climate inputs</a:t>
            </a:r>
          </a:p>
          <a:p>
            <a:pPr lvl="1"/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E09670-A785-821A-65D0-C1B5F9BCC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3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545AF79-8BA1-55EA-8D7F-D4A9CF3452AE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E618566-26EA-20E2-DF6F-8387115801FF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515BD8F-18AE-843A-8247-21312ABE4564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3A176A92-1BE8-9390-CAD4-C04837C21BCC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4" descr="Mechanistic Modelling of Biomass Growth, Glucose Consumption and Ethanol  Production by Kluyveromyces marxianus in Batch Fermentation">
            <a:extLst>
              <a:ext uri="{FF2B5EF4-FFF2-40B4-BE49-F238E27FC236}">
                <a16:creationId xmlns:a16="http://schemas.microsoft.com/office/drawing/2014/main" id="{D61BADDF-C5BC-0447-82E4-24C81F870A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7710" y="1553194"/>
            <a:ext cx="4028266" cy="1968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AutoShape 2" descr="Big Fish Eat Little Fish&quot; Images – Browse 139 Stock Photos, Vectors, and  Video | Adobe Stock">
            <a:extLst>
              <a:ext uri="{FF2B5EF4-FFF2-40B4-BE49-F238E27FC236}">
                <a16:creationId xmlns:a16="http://schemas.microsoft.com/office/drawing/2014/main" id="{59CF9D43-43CA-D8E6-83D4-27A48D4A24C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2052" name="Picture 4" descr="What Do Fish Eat? Understanding Fish Diets - A-Z Animals">
            <a:extLst>
              <a:ext uri="{FF2B5EF4-FFF2-40B4-BE49-F238E27FC236}">
                <a16:creationId xmlns:a16="http://schemas.microsoft.com/office/drawing/2014/main" id="{80CE6463-F610-8DAE-67CE-A3632DC444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9377" y="3959353"/>
            <a:ext cx="3264932" cy="1705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3720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8EE32-FB31-AAF4-A276-51B4DAB88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30A41-F933-5C82-61A3-1B3C6F20B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156" y="521846"/>
            <a:ext cx="10863556" cy="1325563"/>
          </a:xfrm>
        </p:spPr>
        <p:txBody>
          <a:bodyPr>
            <a:normAutofit/>
          </a:bodyPr>
          <a:lstStyle/>
          <a:p>
            <a:r>
              <a:rPr lang="en-GB" sz="3200" dirty="0"/>
              <a:t>The Inter-Sectoral Impact Model Intercomparison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ECA1D0-D97E-0CD4-9A3F-D588798CFC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156" y="1926210"/>
            <a:ext cx="6057852" cy="4351338"/>
          </a:xfrm>
        </p:spPr>
        <p:txBody>
          <a:bodyPr>
            <a:normAutofit fontScale="62500" lnSpcReduction="20000"/>
          </a:bodyPr>
          <a:lstStyle/>
          <a:p>
            <a:r>
              <a:rPr lang="en-GB" dirty="0"/>
              <a:t>ISIMIP is a project aimed at providing a consistent framework for climate impact modelling</a:t>
            </a:r>
          </a:p>
          <a:p>
            <a:r>
              <a:rPr lang="en-GB" dirty="0"/>
              <a:t>Specific focus topics:</a:t>
            </a:r>
          </a:p>
          <a:p>
            <a:pPr lvl="1"/>
            <a:r>
              <a:rPr lang="en-GB" dirty="0"/>
              <a:t>Agriculture</a:t>
            </a:r>
          </a:p>
          <a:p>
            <a:pPr lvl="1"/>
            <a:r>
              <a:rPr lang="en-GB" dirty="0"/>
              <a:t>Water</a:t>
            </a:r>
          </a:p>
          <a:p>
            <a:pPr lvl="1"/>
            <a:r>
              <a:rPr lang="en-GB" dirty="0"/>
              <a:t>Forests</a:t>
            </a:r>
          </a:p>
          <a:p>
            <a:pPr lvl="1"/>
            <a:r>
              <a:rPr lang="en-GB" dirty="0"/>
              <a:t>Fisheries</a:t>
            </a:r>
          </a:p>
          <a:p>
            <a:pPr lvl="1"/>
            <a:r>
              <a:rPr lang="en-GB" dirty="0"/>
              <a:t>Energy</a:t>
            </a:r>
          </a:p>
          <a:p>
            <a:r>
              <a:rPr lang="en-GB" dirty="0"/>
              <a:t>Input:</a:t>
            </a:r>
          </a:p>
          <a:p>
            <a:pPr lvl="1"/>
            <a:r>
              <a:rPr lang="en-GB" dirty="0"/>
              <a:t>Specific climate model ensemble (CMIP) and Earth System Model projections</a:t>
            </a:r>
          </a:p>
          <a:p>
            <a:pPr lvl="1"/>
            <a:r>
              <a:rPr lang="en-GB" dirty="0"/>
              <a:t>Specific climate forcings (SSPs)</a:t>
            </a:r>
          </a:p>
          <a:p>
            <a:pPr lvl="1"/>
            <a:r>
              <a:rPr lang="en-GB" dirty="0"/>
              <a:t>Consistent impact models</a:t>
            </a:r>
          </a:p>
          <a:p>
            <a:pPr lvl="1"/>
            <a:endParaRPr lang="en-GB" dirty="0"/>
          </a:p>
          <a:p>
            <a:r>
              <a:rPr lang="en-GB" dirty="0"/>
              <a:t>Output:</a:t>
            </a:r>
          </a:p>
          <a:p>
            <a:pPr lvl="1"/>
            <a:r>
              <a:rPr lang="en-GB" dirty="0"/>
              <a:t>Global impact model simulations</a:t>
            </a:r>
          </a:p>
          <a:p>
            <a:pPr lvl="1"/>
            <a:r>
              <a:rPr lang="en-GB" dirty="0"/>
              <a:t>Climate/ocean forcing inputs can also be extracted</a:t>
            </a:r>
          </a:p>
          <a:p>
            <a:endParaRPr lang="en-GB" dirty="0"/>
          </a:p>
          <a:p>
            <a:pPr lvl="1"/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46915B-9538-32C3-8D68-15810C8DD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4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0780896-89DE-E1D7-9579-DB087B8098B2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45E9DE0-24D8-AD17-3ECD-785281BC8371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960D878-696C-C148-885E-EAAF3935A4C7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1A03E919-A3B9-8DCF-200C-0CA378DC0338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id="{F028766C-0F4A-1C6A-5A7D-A27BAB3033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0492" y="1915807"/>
            <a:ext cx="4114823" cy="1513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89367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E87870-9350-9641-4B1C-C4A264A9A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18A85-4BA1-8306-551E-E13EE8097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156" y="521846"/>
            <a:ext cx="10863556" cy="1325563"/>
          </a:xfrm>
        </p:spPr>
        <p:txBody>
          <a:bodyPr>
            <a:normAutofit/>
          </a:bodyPr>
          <a:lstStyle/>
          <a:p>
            <a:r>
              <a:rPr lang="en-GB" sz="3200" dirty="0"/>
              <a:t>Fish biomass impact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0AF49-CC44-25D9-3735-EF8C3DBD2D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6685" y="1572249"/>
            <a:ext cx="6057852" cy="435133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Available fish biomass impact models:</a:t>
            </a:r>
          </a:p>
          <a:p>
            <a:pPr marL="285750" indent="-285750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APECOSM</a:t>
            </a:r>
          </a:p>
          <a:p>
            <a:pPr marL="285750" indent="-285750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BOATS (fishing intensity)</a:t>
            </a:r>
          </a:p>
          <a:p>
            <a:pPr marL="285750" indent="-285750"/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EcoOcean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(fishing intensity)</a:t>
            </a:r>
          </a:p>
          <a:p>
            <a:pPr marL="285750" indent="-285750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DBPM</a:t>
            </a:r>
          </a:p>
          <a:p>
            <a:pPr marL="285750" indent="-285750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FEISTY</a:t>
            </a:r>
          </a:p>
          <a:p>
            <a:pPr marL="285750" indent="-285750"/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ZooMSS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/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Climate models</a:t>
            </a:r>
          </a:p>
          <a:p>
            <a:pPr marL="285750" indent="-285750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IPSL-CMIP6-LR</a:t>
            </a:r>
          </a:p>
          <a:p>
            <a:pPr marL="285750" indent="-285750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GFDL-ESM4</a:t>
            </a:r>
          </a:p>
          <a:p>
            <a:endParaRPr lang="en-GB" dirty="0"/>
          </a:p>
          <a:p>
            <a:pPr lvl="1"/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F30EE1-11E0-EDE4-317A-DA1A285EF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5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B5EBB30-DF12-1308-58B7-DE21C523BE6A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1743B47-D899-7AC4-AB77-E44362AB6754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DE5561F-A315-7CDC-238D-7380A2BB4A2F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448B4EA2-C3F5-892D-0276-173712F660CA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415DF548-4296-243F-F7AD-D7BBD18958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5934" y="2040491"/>
            <a:ext cx="4816257" cy="412277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83A28C2-A26F-6AEF-A405-EFD1071BBBC3}"/>
              </a:ext>
            </a:extLst>
          </p:cNvPr>
          <p:cNvSpPr txBox="1"/>
          <p:nvPr/>
        </p:nvSpPr>
        <p:spPr>
          <a:xfrm>
            <a:off x="7187066" y="1327879"/>
            <a:ext cx="34609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err="1"/>
              <a:t>BiOeconomic</a:t>
            </a:r>
            <a:r>
              <a:rPr lang="en-GB" b="1" dirty="0"/>
              <a:t> </a:t>
            </a:r>
            <a:r>
              <a:rPr lang="en-GB" b="1" dirty="0" err="1"/>
              <a:t>mArine</a:t>
            </a:r>
            <a:r>
              <a:rPr lang="en-GB" b="1" dirty="0"/>
              <a:t> Trophic Size-spectrum (BOATS) </a:t>
            </a:r>
          </a:p>
        </p:txBody>
      </p:sp>
    </p:spTree>
    <p:extLst>
      <p:ext uri="{BB962C8B-B14F-4D97-AF65-F5344CB8AC3E}">
        <p14:creationId xmlns:p14="http://schemas.microsoft.com/office/powerpoint/2010/main" val="20116156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8169E3-F4D6-1120-5833-8562F9ACD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6BEEC-2188-F867-43DB-F47FFD013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156" y="521846"/>
            <a:ext cx="10863556" cy="1325563"/>
          </a:xfrm>
        </p:spPr>
        <p:txBody>
          <a:bodyPr>
            <a:normAutofit/>
          </a:bodyPr>
          <a:lstStyle/>
          <a:p>
            <a:r>
              <a:rPr lang="en-GB" sz="3200" dirty="0"/>
              <a:t>Simulating climate impact on fish biomass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5A786-0644-0AD8-AB0E-D83E27103B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6685" y="1572249"/>
            <a:ext cx="6057852" cy="435133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Available fish biomass impact models:</a:t>
            </a:r>
          </a:p>
          <a:p>
            <a:pPr marL="285750" indent="-285750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APECOSM</a:t>
            </a:r>
          </a:p>
          <a:p>
            <a:pPr marL="285750" indent="-285750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BOATS (fishing intensity)</a:t>
            </a:r>
          </a:p>
          <a:p>
            <a:pPr marL="285750" indent="-285750"/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EcoOcean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(fishing intensity)</a:t>
            </a:r>
          </a:p>
          <a:p>
            <a:pPr marL="285750" indent="-285750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DBPM</a:t>
            </a:r>
          </a:p>
          <a:p>
            <a:pPr marL="285750" indent="-285750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FEISTY</a:t>
            </a:r>
          </a:p>
          <a:p>
            <a:pPr marL="285750" indent="-285750"/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ZooMSS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/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Climate models</a:t>
            </a:r>
          </a:p>
          <a:p>
            <a:pPr marL="285750" indent="-285750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IPSL-CMIP6-LR</a:t>
            </a:r>
          </a:p>
          <a:p>
            <a:pPr marL="285750" indent="-285750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GFDL-ESM4</a:t>
            </a:r>
          </a:p>
          <a:p>
            <a:endParaRPr lang="en-GB" dirty="0"/>
          </a:p>
          <a:p>
            <a:pPr lvl="1"/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0DDF7D-3BA2-E954-4F71-F323313FF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6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F185819-E6A2-BD1C-D0E4-C23B203C9C74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9E7E99E-8B70-708A-CDBA-24CAD8CCA36F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F3E97DB-B8D9-7874-6EFF-BE5C135C44DA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707D55CD-752B-3F89-14F6-AC14B5B6029F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85250F6-DF62-FCE2-81E4-949F51A4F186}"/>
              </a:ext>
            </a:extLst>
          </p:cNvPr>
          <p:cNvGrpSpPr/>
          <p:nvPr/>
        </p:nvGrpSpPr>
        <p:grpSpPr>
          <a:xfrm>
            <a:off x="5788771" y="2428568"/>
            <a:ext cx="5326687" cy="3032005"/>
            <a:chOff x="6096000" y="2656539"/>
            <a:chExt cx="4523390" cy="2676215"/>
          </a:xfrm>
        </p:grpSpPr>
        <p:pic>
          <p:nvPicPr>
            <p:cNvPr id="7" name="Picture 6" descr="A graph of different numbers&#10;&#10;AI-generated content may be incorrect.">
              <a:extLst>
                <a:ext uri="{FF2B5EF4-FFF2-40B4-BE49-F238E27FC236}">
                  <a16:creationId xmlns:a16="http://schemas.microsoft.com/office/drawing/2014/main" id="{7B7152C8-A687-4CE0-4C06-E0CE3138572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60886" t="49748" b="5110"/>
            <a:stretch>
              <a:fillRect/>
            </a:stretch>
          </p:blipFill>
          <p:spPr>
            <a:xfrm>
              <a:off x="7688826" y="2901956"/>
              <a:ext cx="2930564" cy="2113936"/>
            </a:xfrm>
            <a:prstGeom prst="rect">
              <a:avLst/>
            </a:prstGeom>
          </p:spPr>
        </p:pic>
        <p:pic>
          <p:nvPicPr>
            <p:cNvPr id="14" name="Picture 13" descr="A graph of different numbers&#10;&#10;AI-generated content may be incorrect.">
              <a:extLst>
                <a:ext uri="{FF2B5EF4-FFF2-40B4-BE49-F238E27FC236}">
                  <a16:creationId xmlns:a16="http://schemas.microsoft.com/office/drawing/2014/main" id="{2F0057FA-0263-8823-C51F-89921A35092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2953" t="49748" r="75263" b="5110"/>
            <a:stretch>
              <a:fillRect/>
            </a:stretch>
          </p:blipFill>
          <p:spPr>
            <a:xfrm>
              <a:off x="6096000" y="2901956"/>
              <a:ext cx="1632154" cy="2113936"/>
            </a:xfrm>
            <a:prstGeom prst="rect">
              <a:avLst/>
            </a:prstGeom>
          </p:spPr>
        </p:pic>
        <p:pic>
          <p:nvPicPr>
            <p:cNvPr id="11" name="Picture 10" descr="A graph of different numbers&#10;&#10;AI-generated content may be incorrect.">
              <a:extLst>
                <a:ext uri="{FF2B5EF4-FFF2-40B4-BE49-F238E27FC236}">
                  <a16:creationId xmlns:a16="http://schemas.microsoft.com/office/drawing/2014/main" id="{4AC6E5C5-6BB9-E6C7-69CD-8AB8E84F541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60886" t="-216" b="93565"/>
            <a:stretch>
              <a:fillRect/>
            </a:stretch>
          </p:blipFill>
          <p:spPr>
            <a:xfrm>
              <a:off x="7688826" y="2656539"/>
              <a:ext cx="2930564" cy="311446"/>
            </a:xfrm>
            <a:prstGeom prst="rect">
              <a:avLst/>
            </a:prstGeom>
          </p:spPr>
        </p:pic>
        <p:pic>
          <p:nvPicPr>
            <p:cNvPr id="15" name="Picture 14" descr="A graph of different numbers&#10;&#10;AI-generated content may be incorrect.">
              <a:extLst>
                <a:ext uri="{FF2B5EF4-FFF2-40B4-BE49-F238E27FC236}">
                  <a16:creationId xmlns:a16="http://schemas.microsoft.com/office/drawing/2014/main" id="{12C60F36-1F90-86EB-B026-56D4C926D9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38515" t="94889" r="20114" b="970"/>
            <a:stretch>
              <a:fillRect/>
            </a:stretch>
          </p:blipFill>
          <p:spPr>
            <a:xfrm>
              <a:off x="7437415" y="5138793"/>
              <a:ext cx="3099642" cy="19396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781955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DFDF5-A73F-075C-1201-039C52693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C10F8-8770-8344-0577-1F11F2499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156" y="521846"/>
            <a:ext cx="10863556" cy="1325563"/>
          </a:xfrm>
        </p:spPr>
        <p:txBody>
          <a:bodyPr>
            <a:normAutofit/>
          </a:bodyPr>
          <a:lstStyle/>
          <a:p>
            <a:r>
              <a:rPr lang="en-GB" sz="3200" dirty="0"/>
              <a:t>Incorporation of fishing intensity into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B9E260-AD0F-9C4C-53DD-39538E4F83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6685" y="1572249"/>
            <a:ext cx="4008250" cy="4351338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Available fish biomass impact models:</a:t>
            </a:r>
          </a:p>
          <a:p>
            <a:pPr marL="285750" indent="-285750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APECOSM</a:t>
            </a:r>
          </a:p>
          <a:p>
            <a:pPr marL="285750" indent="-285750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BOATS (</a:t>
            </a: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fishing intensity – total only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285750" indent="-285750"/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EcoOcean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fishing intensity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285750" indent="-285750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DBPM</a:t>
            </a:r>
          </a:p>
          <a:p>
            <a:pPr marL="285750" indent="-285750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FEISTY</a:t>
            </a:r>
          </a:p>
          <a:p>
            <a:pPr marL="285750" indent="-285750"/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ZooMSS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/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Climate models</a:t>
            </a:r>
          </a:p>
          <a:p>
            <a:pPr marL="285750" indent="-285750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IPSL-CMIP6-LR</a:t>
            </a:r>
          </a:p>
          <a:p>
            <a:pPr marL="285750" indent="-285750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GFDL-ESM4</a:t>
            </a:r>
          </a:p>
          <a:p>
            <a:endParaRPr lang="en-GB" dirty="0"/>
          </a:p>
          <a:p>
            <a:pPr lvl="1"/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E6A441-F45A-8AA4-D732-26841D11C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B4FB4-AA13-FE41-AF8A-525BA2FA973D}" type="slidenum">
              <a:rPr lang="en-US" smtClean="0"/>
              <a:t>7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AA36177-112C-A244-6FAC-CA0A84FD6EB7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94C1081-7C2C-2610-736F-E9746A82A9CF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6E774EF-8D30-5A1C-15E6-C8CBA82D0F2A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B8EC5EA3-7BB1-0422-7BFB-4337FC2428D5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A graph of a fishing scale&#10;&#10;AI-generated content may be incorrect.">
            <a:extLst>
              <a:ext uri="{FF2B5EF4-FFF2-40B4-BE49-F238E27FC236}">
                <a16:creationId xmlns:a16="http://schemas.microsoft.com/office/drawing/2014/main" id="{9AE2574A-E692-CF26-80FC-C0A15C10A4C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975" t="43510" b="16414"/>
          <a:stretch>
            <a:fillRect/>
          </a:stretch>
        </p:blipFill>
        <p:spPr>
          <a:xfrm>
            <a:off x="7285201" y="2256699"/>
            <a:ext cx="3805273" cy="2442195"/>
          </a:xfrm>
          <a:prstGeom prst="rect">
            <a:avLst/>
          </a:prstGeom>
        </p:spPr>
      </p:pic>
      <p:pic>
        <p:nvPicPr>
          <p:cNvPr id="17" name="Picture 16" descr="A graph of a fishing scale&#10;&#10;AI-generated content may be incorrect.">
            <a:extLst>
              <a:ext uri="{FF2B5EF4-FFF2-40B4-BE49-F238E27FC236}">
                <a16:creationId xmlns:a16="http://schemas.microsoft.com/office/drawing/2014/main" id="{3934C56D-634D-6515-306C-F842E14C195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8" t="43510" r="75300" b="20570"/>
          <a:stretch>
            <a:fillRect/>
          </a:stretch>
        </p:blipFill>
        <p:spPr>
          <a:xfrm>
            <a:off x="5237727" y="2266531"/>
            <a:ext cx="2096634" cy="2188950"/>
          </a:xfrm>
          <a:prstGeom prst="rect">
            <a:avLst/>
          </a:prstGeom>
        </p:spPr>
      </p:pic>
      <p:pic>
        <p:nvPicPr>
          <p:cNvPr id="13" name="Picture 12" descr="A graph of a fishing scale&#10;&#10;AI-generated content may be incorrect.">
            <a:extLst>
              <a:ext uri="{FF2B5EF4-FFF2-40B4-BE49-F238E27FC236}">
                <a16:creationId xmlns:a16="http://schemas.microsoft.com/office/drawing/2014/main" id="{D0F08044-FE35-3897-954F-E756FFA425D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975" t="888" b="93035"/>
          <a:stretch>
            <a:fillRect/>
          </a:stretch>
        </p:blipFill>
        <p:spPr>
          <a:xfrm>
            <a:off x="7285201" y="2011337"/>
            <a:ext cx="3805273" cy="370327"/>
          </a:xfrm>
          <a:prstGeom prst="rect">
            <a:avLst/>
          </a:prstGeom>
        </p:spPr>
      </p:pic>
      <p:pic>
        <p:nvPicPr>
          <p:cNvPr id="18" name="Picture 17" descr="A graph of a fishing scale&#10;&#10;AI-generated content may be incorrect.">
            <a:extLst>
              <a:ext uri="{FF2B5EF4-FFF2-40B4-BE49-F238E27FC236}">
                <a16:creationId xmlns:a16="http://schemas.microsoft.com/office/drawing/2014/main" id="{4B4037E7-EFB5-E407-FE1A-CDCE04E2881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170" t="83839" b="2124"/>
          <a:stretch>
            <a:fillRect/>
          </a:stretch>
        </p:blipFill>
        <p:spPr>
          <a:xfrm>
            <a:off x="4797953" y="4978239"/>
            <a:ext cx="7394047" cy="855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4059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</TotalTime>
  <Words>324</Words>
  <Application>Microsoft Office PowerPoint</Application>
  <PresentationFormat>Widescreen</PresentationFormat>
  <Paragraphs>98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Georgia</vt:lpstr>
      <vt:lpstr>Office Theme</vt:lpstr>
      <vt:lpstr>Technical workshop for GCF project: Climate change and climate change impacts on São Tomé and Príncipe with a focus on fishery and tourism sectors in a Blue Economy context Sao Tome and Principe, November/December 2025</vt:lpstr>
      <vt:lpstr>Fisheries in Sao Tome and Principe: the challenge</vt:lpstr>
      <vt:lpstr>Impact-based modelling</vt:lpstr>
      <vt:lpstr>The Inter-Sectoral Impact Model Intercomparison Project</vt:lpstr>
      <vt:lpstr>Fish biomass impact models</vt:lpstr>
      <vt:lpstr>Simulating climate impact on fish biomass</vt:lpstr>
      <vt:lpstr>Incorporation of fishing intensity into models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Greenrod, Samuel (OCBD)</dc:creator>
  <cp:lastModifiedBy>Greenrod, Samuel (OCBD)</cp:lastModifiedBy>
  <cp:revision>2</cp:revision>
  <dcterms:created xsi:type="dcterms:W3CDTF">2025-11-12T15:08:01Z</dcterms:created>
  <dcterms:modified xsi:type="dcterms:W3CDTF">2025-11-17T08:48:34Z</dcterms:modified>
</cp:coreProperties>
</file>