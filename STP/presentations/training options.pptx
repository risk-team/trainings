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78" r:id="rId5"/>
    <p:sldId id="261" r:id="rId6"/>
    <p:sldId id="31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8D5D99-21CF-B08C-94E1-10539A96C80D}" name="Samuel Greenrod" initials="SG" userId="f4bf26eb60ababa0" providerId="Windows Live"/>
  <p188:author id="{B92A83A0-5420-7D65-113B-0531AF5D4A77}" name="Katharpi, Jirlyne (OCBD)" initials="JK" userId="S::Jirlyne.Katharpi@fao.org::c4442e1d-5bb9-41de-8209-ba4679697c4a" providerId="AD"/>
  <p188:author id="{4E006FF0-B7A9-ACA9-7106-93C4C12DE256}" name="Valat, Nadine (OCB)" initials="NV" userId="S::Nadine.Valat@fao.org::0a159672-55d1-4730-a53a-772adc9691c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58D925-793F-447B-8BB0-F75EDE0268A2}" v="19" dt="2025-11-17T08:22:10.6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26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enrod, Samuel (OCBD)" userId="2206092a-8a12-487a-a963-cafe9a401430" providerId="ADAL" clId="{54C49FCB-CE70-4530-A1A9-E0EA58CC5D69}"/>
    <pc:docChg chg="undo custSel addSld delSld modSld">
      <pc:chgData name="Greenrod, Samuel (OCBD)" userId="2206092a-8a12-487a-a963-cafe9a401430" providerId="ADAL" clId="{54C49FCB-CE70-4530-A1A9-E0EA58CC5D69}" dt="2025-11-17T08:48:27.960" v="299" actId="478"/>
      <pc:docMkLst>
        <pc:docMk/>
      </pc:docMkLst>
      <pc:sldChg chg="delSp mod">
        <pc:chgData name="Greenrod, Samuel (OCBD)" userId="2206092a-8a12-487a-a963-cafe9a401430" providerId="ADAL" clId="{54C49FCB-CE70-4530-A1A9-E0EA58CC5D69}" dt="2025-11-17T08:48:16.282" v="294" actId="478"/>
        <pc:sldMkLst>
          <pc:docMk/>
          <pc:sldMk cId="2766163668" sldId="261"/>
        </pc:sldMkLst>
        <pc:picChg chg="del">
          <ac:chgData name="Greenrod, Samuel (OCBD)" userId="2206092a-8a12-487a-a963-cafe9a401430" providerId="ADAL" clId="{54C49FCB-CE70-4530-A1A9-E0EA58CC5D69}" dt="2025-11-17T08:48:16.282" v="294" actId="478"/>
          <ac:picMkLst>
            <pc:docMk/>
            <pc:sldMk cId="2766163668" sldId="261"/>
            <ac:picMk id="4" creationId="{8826921F-4FE7-00C9-8D7F-C8B9E6F28BB7}"/>
          </ac:picMkLst>
        </pc:picChg>
      </pc:sldChg>
      <pc:sldChg chg="delSp mod">
        <pc:chgData name="Greenrod, Samuel (OCBD)" userId="2206092a-8a12-487a-a963-cafe9a401430" providerId="ADAL" clId="{54C49FCB-CE70-4530-A1A9-E0EA58CC5D69}" dt="2025-11-17T08:48:18.702" v="295" actId="478"/>
        <pc:sldMkLst>
          <pc:docMk/>
          <pc:sldMk cId="147372020" sldId="262"/>
        </pc:sldMkLst>
        <pc:picChg chg="del">
          <ac:chgData name="Greenrod, Samuel (OCBD)" userId="2206092a-8a12-487a-a963-cafe9a401430" providerId="ADAL" clId="{54C49FCB-CE70-4530-A1A9-E0EA58CC5D69}" dt="2025-11-17T08:48:18.702" v="295" actId="478"/>
          <ac:picMkLst>
            <pc:docMk/>
            <pc:sldMk cId="147372020" sldId="262"/>
            <ac:picMk id="4" creationId="{E3CC1D01-A494-499B-497F-CBF312F00B7D}"/>
          </ac:picMkLst>
        </pc:picChg>
      </pc:sldChg>
      <pc:sldChg chg="del">
        <pc:chgData name="Greenrod, Samuel (OCBD)" userId="2206092a-8a12-487a-a963-cafe9a401430" providerId="ADAL" clId="{54C49FCB-CE70-4530-A1A9-E0EA58CC5D69}" dt="2025-11-17T07:56:21.549" v="27" actId="47"/>
        <pc:sldMkLst>
          <pc:docMk/>
          <pc:sldMk cId="949652993" sldId="264"/>
        </pc:sldMkLst>
      </pc:sldChg>
      <pc:sldChg chg="del">
        <pc:chgData name="Greenrod, Samuel (OCBD)" userId="2206092a-8a12-487a-a963-cafe9a401430" providerId="ADAL" clId="{54C49FCB-CE70-4530-A1A9-E0EA58CC5D69}" dt="2025-11-17T07:56:21.990" v="28" actId="47"/>
        <pc:sldMkLst>
          <pc:docMk/>
          <pc:sldMk cId="1624480387" sldId="265"/>
        </pc:sldMkLst>
      </pc:sldChg>
      <pc:sldChg chg="delSp mod">
        <pc:chgData name="Greenrod, Samuel (OCBD)" userId="2206092a-8a12-487a-a963-cafe9a401430" providerId="ADAL" clId="{54C49FCB-CE70-4530-A1A9-E0EA58CC5D69}" dt="2025-11-17T08:48:20.761" v="296" actId="478"/>
        <pc:sldMkLst>
          <pc:docMk/>
          <pc:sldMk cId="2578936741" sldId="271"/>
        </pc:sldMkLst>
        <pc:picChg chg="del">
          <ac:chgData name="Greenrod, Samuel (OCBD)" userId="2206092a-8a12-487a-a963-cafe9a401430" providerId="ADAL" clId="{54C49FCB-CE70-4530-A1A9-E0EA58CC5D69}" dt="2025-11-17T08:48:20.761" v="296" actId="478"/>
          <ac:picMkLst>
            <pc:docMk/>
            <pc:sldMk cId="2578936741" sldId="271"/>
            <ac:picMk id="4" creationId="{11486565-DD02-60CC-CB0C-56CE71528CD4}"/>
          </ac:picMkLst>
        </pc:picChg>
      </pc:sldChg>
      <pc:sldChg chg="del">
        <pc:chgData name="Greenrod, Samuel (OCBD)" userId="2206092a-8a12-487a-a963-cafe9a401430" providerId="ADAL" clId="{54C49FCB-CE70-4530-A1A9-E0EA58CC5D69}" dt="2025-11-17T07:56:23.585" v="29" actId="47"/>
        <pc:sldMkLst>
          <pc:docMk/>
          <pc:sldMk cId="3626862724" sldId="272"/>
        </pc:sldMkLst>
      </pc:sldChg>
      <pc:sldChg chg="del">
        <pc:chgData name="Greenrod, Samuel (OCBD)" userId="2206092a-8a12-487a-a963-cafe9a401430" providerId="ADAL" clId="{54C49FCB-CE70-4530-A1A9-E0EA58CC5D69}" dt="2025-11-17T07:56:23.819" v="30" actId="47"/>
        <pc:sldMkLst>
          <pc:docMk/>
          <pc:sldMk cId="1594676965" sldId="274"/>
        </pc:sldMkLst>
      </pc:sldChg>
      <pc:sldChg chg="del">
        <pc:chgData name="Greenrod, Samuel (OCBD)" userId="2206092a-8a12-487a-a963-cafe9a401430" providerId="ADAL" clId="{54C49FCB-CE70-4530-A1A9-E0EA58CC5D69}" dt="2025-11-17T07:56:25.115" v="31" actId="47"/>
        <pc:sldMkLst>
          <pc:docMk/>
          <pc:sldMk cId="1794463847" sldId="275"/>
        </pc:sldMkLst>
      </pc:sldChg>
      <pc:sldChg chg="del">
        <pc:chgData name="Greenrod, Samuel (OCBD)" userId="2206092a-8a12-487a-a963-cafe9a401430" providerId="ADAL" clId="{54C49FCB-CE70-4530-A1A9-E0EA58CC5D69}" dt="2025-11-17T07:56:25.497" v="32" actId="47"/>
        <pc:sldMkLst>
          <pc:docMk/>
          <pc:sldMk cId="3191509225" sldId="276"/>
        </pc:sldMkLst>
      </pc:sldChg>
      <pc:sldChg chg="del">
        <pc:chgData name="Greenrod, Samuel (OCBD)" userId="2206092a-8a12-487a-a963-cafe9a401430" providerId="ADAL" clId="{54C49FCB-CE70-4530-A1A9-E0EA58CC5D69}" dt="2025-11-17T07:56:20.249" v="26" actId="47"/>
        <pc:sldMkLst>
          <pc:docMk/>
          <pc:sldMk cId="572669901" sldId="280"/>
        </pc:sldMkLst>
      </pc:sldChg>
      <pc:sldChg chg="addSp delSp modSp mod">
        <pc:chgData name="Greenrod, Samuel (OCBD)" userId="2206092a-8a12-487a-a963-cafe9a401430" providerId="ADAL" clId="{54C49FCB-CE70-4530-A1A9-E0EA58CC5D69}" dt="2025-11-17T08:48:22.578" v="297" actId="478"/>
        <pc:sldMkLst>
          <pc:docMk/>
          <pc:sldMk cId="2011615651" sldId="281"/>
        </pc:sldMkLst>
        <pc:spChg chg="mod">
          <ac:chgData name="Greenrod, Samuel (OCBD)" userId="2206092a-8a12-487a-a963-cafe9a401430" providerId="ADAL" clId="{54C49FCB-CE70-4530-A1A9-E0EA58CC5D69}" dt="2025-11-17T08:03:57.454" v="71" actId="27636"/>
          <ac:spMkLst>
            <pc:docMk/>
            <pc:sldMk cId="2011615651" sldId="281"/>
            <ac:spMk id="3" creationId="{CA00AF49-CC44-25D9-3735-EF8C3DBD2D0F}"/>
          </ac:spMkLst>
        </pc:spChg>
        <pc:spChg chg="add mod">
          <ac:chgData name="Greenrod, Samuel (OCBD)" userId="2206092a-8a12-487a-a963-cafe9a401430" providerId="ADAL" clId="{54C49FCB-CE70-4530-A1A9-E0EA58CC5D69}" dt="2025-11-17T07:56:03.898" v="24" actId="113"/>
          <ac:spMkLst>
            <pc:docMk/>
            <pc:sldMk cId="2011615651" sldId="281"/>
            <ac:spMk id="13" creationId="{583A28C2-A26F-6AEF-A405-EFD1071BBBC3}"/>
          </ac:spMkLst>
        </pc:spChg>
        <pc:picChg chg="del">
          <ac:chgData name="Greenrod, Samuel (OCBD)" userId="2206092a-8a12-487a-a963-cafe9a401430" providerId="ADAL" clId="{54C49FCB-CE70-4530-A1A9-E0EA58CC5D69}" dt="2025-11-17T08:48:22.578" v="297" actId="478"/>
          <ac:picMkLst>
            <pc:docMk/>
            <pc:sldMk cId="2011615651" sldId="281"/>
            <ac:picMk id="4" creationId="{624E25BF-3146-3C97-7550-F3FD068C318C}"/>
          </ac:picMkLst>
        </pc:picChg>
        <pc:picChg chg="add del mod">
          <ac:chgData name="Greenrod, Samuel (OCBD)" userId="2206092a-8a12-487a-a963-cafe9a401430" providerId="ADAL" clId="{54C49FCB-CE70-4530-A1A9-E0EA58CC5D69}" dt="2025-11-17T07:54:06.673" v="5" actId="478"/>
          <ac:picMkLst>
            <pc:docMk/>
            <pc:sldMk cId="2011615651" sldId="281"/>
            <ac:picMk id="7" creationId="{87FEC22F-80D9-E74D-D583-996FE78300EA}"/>
          </ac:picMkLst>
        </pc:picChg>
        <pc:picChg chg="add mod">
          <ac:chgData name="Greenrod, Samuel (OCBD)" userId="2206092a-8a12-487a-a963-cafe9a401430" providerId="ADAL" clId="{54C49FCB-CE70-4530-A1A9-E0EA58CC5D69}" dt="2025-11-17T07:56:05.302" v="25" actId="1076"/>
          <ac:picMkLst>
            <pc:docMk/>
            <pc:sldMk cId="2011615651" sldId="281"/>
            <ac:picMk id="12" creationId="{415DF548-4296-243F-F7AD-D7BBD189587B}"/>
          </ac:picMkLst>
        </pc:picChg>
        <pc:picChg chg="del">
          <ac:chgData name="Greenrod, Samuel (OCBD)" userId="2206092a-8a12-487a-a963-cafe9a401430" providerId="ADAL" clId="{54C49FCB-CE70-4530-A1A9-E0EA58CC5D69}" dt="2025-11-17T07:55:18.005" v="7" actId="478"/>
          <ac:picMkLst>
            <pc:docMk/>
            <pc:sldMk cId="2011615651" sldId="281"/>
            <ac:picMk id="1026" creationId="{C6B48F5A-6657-21D2-C0C2-1F7FFA584A56}"/>
          </ac:picMkLst>
        </pc:picChg>
      </pc:sldChg>
      <pc:sldChg chg="addSp delSp modSp add mod">
        <pc:chgData name="Greenrod, Samuel (OCBD)" userId="2206092a-8a12-487a-a963-cafe9a401430" providerId="ADAL" clId="{54C49FCB-CE70-4530-A1A9-E0EA58CC5D69}" dt="2025-11-17T08:48:26.021" v="298" actId="478"/>
        <pc:sldMkLst>
          <pc:docMk/>
          <pc:sldMk cId="678195566" sldId="282"/>
        </pc:sldMkLst>
        <pc:spChg chg="mod">
          <ac:chgData name="Greenrod, Samuel (OCBD)" userId="2206092a-8a12-487a-a963-cafe9a401430" providerId="ADAL" clId="{54C49FCB-CE70-4530-A1A9-E0EA58CC5D69}" dt="2025-11-17T08:23:12.457" v="226" actId="20577"/>
          <ac:spMkLst>
            <pc:docMk/>
            <pc:sldMk cId="678195566" sldId="282"/>
            <ac:spMk id="2" creationId="{DFC6BEEC-2188-F867-43DB-F47FFD013174}"/>
          </ac:spMkLst>
        </pc:spChg>
        <pc:spChg chg="del">
          <ac:chgData name="Greenrod, Samuel (OCBD)" userId="2206092a-8a12-487a-a963-cafe9a401430" providerId="ADAL" clId="{54C49FCB-CE70-4530-A1A9-E0EA58CC5D69}" dt="2025-11-17T08:16:01.618" v="76" actId="478"/>
          <ac:spMkLst>
            <pc:docMk/>
            <pc:sldMk cId="678195566" sldId="282"/>
            <ac:spMk id="13" creationId="{4D53649F-826A-A1BD-DEA0-5B4CEE6DCDAA}"/>
          </ac:spMkLst>
        </pc:spChg>
        <pc:grpChg chg="add mod">
          <ac:chgData name="Greenrod, Samuel (OCBD)" userId="2206092a-8a12-487a-a963-cafe9a401430" providerId="ADAL" clId="{54C49FCB-CE70-4530-A1A9-E0EA58CC5D69}" dt="2025-11-17T08:20:41.839" v="122" actId="1076"/>
          <ac:grpSpMkLst>
            <pc:docMk/>
            <pc:sldMk cId="678195566" sldId="282"/>
            <ac:grpSpMk id="16" creationId="{885250F6-DF62-FCE2-81E4-949F51A4F186}"/>
          </ac:grpSpMkLst>
        </pc:grpChg>
        <pc:picChg chg="del">
          <ac:chgData name="Greenrod, Samuel (OCBD)" userId="2206092a-8a12-487a-a963-cafe9a401430" providerId="ADAL" clId="{54C49FCB-CE70-4530-A1A9-E0EA58CC5D69}" dt="2025-11-17T08:48:26.021" v="298" actId="478"/>
          <ac:picMkLst>
            <pc:docMk/>
            <pc:sldMk cId="678195566" sldId="282"/>
            <ac:picMk id="4" creationId="{57B4E25D-5DFD-6730-A208-4B9881972482}"/>
          </ac:picMkLst>
        </pc:picChg>
        <pc:picChg chg="add mo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7" creationId="{7B7152C8-A687-4CE0-4C06-E0CE31385723}"/>
          </ac:picMkLst>
        </pc:picChg>
        <pc:picChg chg="add mod or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11" creationId="{4AC6E5C5-6BB9-E6C7-69CD-8AB8E84F541D}"/>
          </ac:picMkLst>
        </pc:picChg>
        <pc:picChg chg="del">
          <ac:chgData name="Greenrod, Samuel (OCBD)" userId="2206092a-8a12-487a-a963-cafe9a401430" providerId="ADAL" clId="{54C49FCB-CE70-4530-A1A9-E0EA58CC5D69}" dt="2025-11-17T08:16:00.801" v="75" actId="478"/>
          <ac:picMkLst>
            <pc:docMk/>
            <pc:sldMk cId="678195566" sldId="282"/>
            <ac:picMk id="12" creationId="{4BEF24AC-BFB5-55C0-5B51-8ABC92287567}"/>
          </ac:picMkLst>
        </pc:picChg>
        <pc:picChg chg="add mo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14" creationId="{2F0057FA-0263-8823-C51F-89921A350926}"/>
          </ac:picMkLst>
        </pc:picChg>
        <pc:picChg chg="add mo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15" creationId="{12C60F36-1F90-86EB-B026-56D4C926D9FA}"/>
          </ac:picMkLst>
        </pc:picChg>
      </pc:sldChg>
      <pc:sldChg chg="addSp delSp modSp add mod">
        <pc:chgData name="Greenrod, Samuel (OCBD)" userId="2206092a-8a12-487a-a963-cafe9a401430" providerId="ADAL" clId="{54C49FCB-CE70-4530-A1A9-E0EA58CC5D69}" dt="2025-11-17T08:48:27.960" v="299" actId="478"/>
        <pc:sldMkLst>
          <pc:docMk/>
          <pc:sldMk cId="1216405978" sldId="283"/>
        </pc:sldMkLst>
        <pc:spChg chg="mod">
          <ac:chgData name="Greenrod, Samuel (OCBD)" userId="2206092a-8a12-487a-a963-cafe9a401430" providerId="ADAL" clId="{54C49FCB-CE70-4530-A1A9-E0EA58CC5D69}" dt="2025-11-17T08:23:22.360" v="276" actId="20577"/>
          <ac:spMkLst>
            <pc:docMk/>
            <pc:sldMk cId="1216405978" sldId="283"/>
            <ac:spMk id="2" creationId="{215C10F8-8770-8344-0577-1F11F2499CA8}"/>
          </ac:spMkLst>
        </pc:spChg>
        <pc:spChg chg="mod">
          <ac:chgData name="Greenrod, Samuel (OCBD)" userId="2206092a-8a12-487a-a963-cafe9a401430" providerId="ADAL" clId="{54C49FCB-CE70-4530-A1A9-E0EA58CC5D69}" dt="2025-11-17T08:23:28.345" v="293" actId="20577"/>
          <ac:spMkLst>
            <pc:docMk/>
            <pc:sldMk cId="1216405978" sldId="283"/>
            <ac:spMk id="3" creationId="{47B9E260-AD0F-9C4C-53DD-39538E4F83DE}"/>
          </ac:spMkLst>
        </pc:spChg>
        <pc:grpChg chg="del">
          <ac:chgData name="Greenrod, Samuel (OCBD)" userId="2206092a-8a12-487a-a963-cafe9a401430" providerId="ADAL" clId="{54C49FCB-CE70-4530-A1A9-E0EA58CC5D69}" dt="2025-11-17T08:21:08.628" v="130" actId="478"/>
          <ac:grpSpMkLst>
            <pc:docMk/>
            <pc:sldMk cId="1216405978" sldId="283"/>
            <ac:grpSpMk id="16" creationId="{6B7EFE0A-972F-FE23-4028-326AEFBCA30A}"/>
          </ac:grpSpMkLst>
        </pc:grpChg>
        <pc:picChg chg="del">
          <ac:chgData name="Greenrod, Samuel (OCBD)" userId="2206092a-8a12-487a-a963-cafe9a401430" providerId="ADAL" clId="{54C49FCB-CE70-4530-A1A9-E0EA58CC5D69}" dt="2025-11-17T08:48:27.960" v="299" actId="478"/>
          <ac:picMkLst>
            <pc:docMk/>
            <pc:sldMk cId="1216405978" sldId="283"/>
            <ac:picMk id="4" creationId="{4B7DBCC9-4A47-7C29-C24A-74C873C3A46A}"/>
          </ac:picMkLst>
        </pc:picChg>
        <pc:picChg chg="add mo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2" creationId="{9AE2574A-E692-CF26-80FC-C0A15C10A4CA}"/>
          </ac:picMkLst>
        </pc:picChg>
        <pc:picChg chg="add mod or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3" creationId="{D0F08044-FE35-3897-954F-E756FFA425D0}"/>
          </ac:picMkLst>
        </pc:picChg>
        <pc:picChg chg="add mo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7" creationId="{3934C56D-634D-6515-306C-F842E14C195D}"/>
          </ac:picMkLst>
        </pc:picChg>
        <pc:picChg chg="add mo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8" creationId="{4B4037E7-EFB5-E407-FE1A-CDCE04E2881A}"/>
          </ac:picMkLst>
        </pc:picChg>
      </pc:sldChg>
    </pc:docChg>
  </pc:docChgLst>
  <pc:docChgLst>
    <pc:chgData name="Greenrod, Samuel (OCBD)" userId="2206092a-8a12-487a-a963-cafe9a401430" providerId="ADAL" clId="{E3E79E2D-8612-4160-B288-21B9B925C666}"/>
    <pc:docChg chg="undo custSel addSld modSld">
      <pc:chgData name="Greenrod, Samuel (OCBD)" userId="2206092a-8a12-487a-a963-cafe9a401430" providerId="ADAL" clId="{E3E79E2D-8612-4160-B288-21B9B925C666}" dt="2025-11-12T18:30:16.026" v="1324" actId="20577"/>
      <pc:docMkLst>
        <pc:docMk/>
      </pc:docMkLst>
      <pc:sldChg chg="modSp mod">
        <pc:chgData name="Greenrod, Samuel (OCBD)" userId="2206092a-8a12-487a-a963-cafe9a401430" providerId="ADAL" clId="{E3E79E2D-8612-4160-B288-21B9B925C666}" dt="2025-11-12T16:14:03.582" v="39" actId="20577"/>
        <pc:sldMkLst>
          <pc:docMk/>
          <pc:sldMk cId="2766163668" sldId="261"/>
        </pc:sldMkLst>
        <pc:spChg chg="mod">
          <ac:chgData name="Greenrod, Samuel (OCBD)" userId="2206092a-8a12-487a-a963-cafe9a401430" providerId="ADAL" clId="{E3E79E2D-8612-4160-B288-21B9B925C666}" dt="2025-11-12T16:14:03.582" v="39" actId="20577"/>
          <ac:spMkLst>
            <pc:docMk/>
            <pc:sldMk cId="2766163668" sldId="261"/>
            <ac:spMk id="3" creationId="{4E3F9C69-A220-021D-6DCA-DB13628BC29F}"/>
          </ac:spMkLst>
        </pc:spChg>
      </pc:sldChg>
      <pc:sldChg chg="addSp delSp modSp mod">
        <pc:chgData name="Greenrod, Samuel (OCBD)" userId="2206092a-8a12-487a-a963-cafe9a401430" providerId="ADAL" clId="{E3E79E2D-8612-4160-B288-21B9B925C666}" dt="2025-11-12T16:23:13.446" v="511" actId="1076"/>
        <pc:sldMkLst>
          <pc:docMk/>
          <pc:sldMk cId="147372020" sldId="262"/>
        </pc:sldMkLst>
        <pc:spChg chg="mod">
          <ac:chgData name="Greenrod, Samuel (OCBD)" userId="2206092a-8a12-487a-a963-cafe9a401430" providerId="ADAL" clId="{E3E79E2D-8612-4160-B288-21B9B925C666}" dt="2025-11-12T16:14:13" v="69" actId="20577"/>
          <ac:spMkLst>
            <pc:docMk/>
            <pc:sldMk cId="147372020" sldId="262"/>
            <ac:spMk id="2" creationId="{E8639597-57ED-0A4B-54BB-C49E2BC6658E}"/>
          </ac:spMkLst>
        </pc:spChg>
        <pc:spChg chg="mod">
          <ac:chgData name="Greenrod, Samuel (OCBD)" userId="2206092a-8a12-487a-a963-cafe9a401430" providerId="ADAL" clId="{E3E79E2D-8612-4160-B288-21B9B925C666}" dt="2025-11-12T16:22:12.337" v="504" actId="27636"/>
          <ac:spMkLst>
            <pc:docMk/>
            <pc:sldMk cId="147372020" sldId="262"/>
            <ac:spMk id="3" creationId="{658F7D0B-3588-08B0-0049-708DBA68FA54}"/>
          </ac:spMkLst>
        </pc:spChg>
        <pc:spChg chg="add">
          <ac:chgData name="Greenrod, Samuel (OCBD)" userId="2206092a-8a12-487a-a963-cafe9a401430" providerId="ADAL" clId="{E3E79E2D-8612-4160-B288-21B9B925C666}" dt="2025-11-12T16:22:46.542" v="508"/>
          <ac:spMkLst>
            <pc:docMk/>
            <pc:sldMk cId="147372020" sldId="262"/>
            <ac:spMk id="11" creationId="{59CF9D43-43CA-D8E6-83D4-27A48D4A24CD}"/>
          </ac:spMkLst>
        </pc:spChg>
        <pc:picChg chg="mod">
          <ac:chgData name="Greenrod, Samuel (OCBD)" userId="2206092a-8a12-487a-a963-cafe9a401430" providerId="ADAL" clId="{E3E79E2D-8612-4160-B288-21B9B925C666}" dt="2025-11-12T16:22:16.471" v="507" actId="1076"/>
          <ac:picMkLst>
            <pc:docMk/>
            <pc:sldMk cId="147372020" sldId="262"/>
            <ac:picMk id="7" creationId="{D61BADDF-C5BC-0447-82E4-24C81F870AA9}"/>
          </ac:picMkLst>
        </pc:picChg>
        <pc:picChg chg="add mod">
          <ac:chgData name="Greenrod, Samuel (OCBD)" userId="2206092a-8a12-487a-a963-cafe9a401430" providerId="ADAL" clId="{E3E79E2D-8612-4160-B288-21B9B925C666}" dt="2025-11-12T16:23:13.446" v="511" actId="1076"/>
          <ac:picMkLst>
            <pc:docMk/>
            <pc:sldMk cId="147372020" sldId="262"/>
            <ac:picMk id="2052" creationId="{80CE6463-F610-8DAE-67CE-A3632DC44414}"/>
          </ac:picMkLst>
        </pc:picChg>
      </pc:sldChg>
      <pc:sldChg chg="addSp delSp modSp mod">
        <pc:chgData name="Greenrod, Samuel (OCBD)" userId="2206092a-8a12-487a-a963-cafe9a401430" providerId="ADAL" clId="{E3E79E2D-8612-4160-B288-21B9B925C666}" dt="2025-11-12T18:26:53.382" v="1277" actId="1076"/>
        <pc:sldMkLst>
          <pc:docMk/>
          <pc:sldMk cId="2578936741" sldId="271"/>
        </pc:sldMkLst>
        <pc:spChg chg="mod">
          <ac:chgData name="Greenrod, Samuel (OCBD)" userId="2206092a-8a12-487a-a963-cafe9a401430" providerId="ADAL" clId="{E3E79E2D-8612-4160-B288-21B9B925C666}" dt="2025-11-12T17:42:12.757" v="579"/>
          <ac:spMkLst>
            <pc:docMk/>
            <pc:sldMk cId="2578936741" sldId="271"/>
            <ac:spMk id="2" creationId="{28B30A41-F933-5C82-61A3-1B3C6F20B557}"/>
          </ac:spMkLst>
        </pc:spChg>
        <pc:spChg chg="mod">
          <ac:chgData name="Greenrod, Samuel (OCBD)" userId="2206092a-8a12-487a-a963-cafe9a401430" providerId="ADAL" clId="{E3E79E2D-8612-4160-B288-21B9B925C666}" dt="2025-11-12T18:26:49.291" v="1274" actId="27636"/>
          <ac:spMkLst>
            <pc:docMk/>
            <pc:sldMk cId="2578936741" sldId="271"/>
            <ac:spMk id="3" creationId="{00ECA1D0-D97E-0CD4-9A3F-D588798CFC2D}"/>
          </ac:spMkLst>
        </pc:spChg>
        <pc:picChg chg="add mod">
          <ac:chgData name="Greenrod, Samuel (OCBD)" userId="2206092a-8a12-487a-a963-cafe9a401430" providerId="ADAL" clId="{E3E79E2D-8612-4160-B288-21B9B925C666}" dt="2025-11-12T18:26:53.382" v="1277" actId="1076"/>
          <ac:picMkLst>
            <pc:docMk/>
            <pc:sldMk cId="2578936741" sldId="271"/>
            <ac:picMk id="1026" creationId="{F028766C-0F4A-1C6A-5A7D-A27BAB303371}"/>
          </ac:picMkLst>
        </pc:picChg>
      </pc:sldChg>
      <pc:sldChg chg="modSp mod">
        <pc:chgData name="Greenrod, Samuel (OCBD)" userId="2206092a-8a12-487a-a963-cafe9a401430" providerId="ADAL" clId="{E3E79E2D-8612-4160-B288-21B9B925C666}" dt="2025-11-12T16:13:37.458" v="37" actId="20577"/>
        <pc:sldMkLst>
          <pc:docMk/>
          <pc:sldMk cId="3596195578" sldId="278"/>
        </pc:sldMkLst>
        <pc:spChg chg="mod">
          <ac:chgData name="Greenrod, Samuel (OCBD)" userId="2206092a-8a12-487a-a963-cafe9a401430" providerId="ADAL" clId="{E3E79E2D-8612-4160-B288-21B9B925C666}" dt="2025-11-12T16:13:37.458" v="37" actId="20577"/>
          <ac:spMkLst>
            <pc:docMk/>
            <pc:sldMk cId="3596195578" sldId="278"/>
            <ac:spMk id="3" creationId="{B65361E7-4E15-CD6C-8E77-8F89B5B7D557}"/>
          </ac:spMkLst>
        </pc:spChg>
      </pc:sldChg>
      <pc:sldChg chg="modSp add mod">
        <pc:chgData name="Greenrod, Samuel (OCBD)" userId="2206092a-8a12-487a-a963-cafe9a401430" providerId="ADAL" clId="{E3E79E2D-8612-4160-B288-21B9B925C666}" dt="2025-11-12T18:30:16.026" v="1324" actId="20577"/>
        <pc:sldMkLst>
          <pc:docMk/>
          <pc:sldMk cId="2011615651" sldId="281"/>
        </pc:sldMkLst>
        <pc:spChg chg="mod">
          <ac:chgData name="Greenrod, Samuel (OCBD)" userId="2206092a-8a12-487a-a963-cafe9a401430" providerId="ADAL" clId="{E3E79E2D-8612-4160-B288-21B9B925C666}" dt="2025-11-12T18:27:03.127" v="1304" actId="20577"/>
          <ac:spMkLst>
            <pc:docMk/>
            <pc:sldMk cId="2011615651" sldId="281"/>
            <ac:spMk id="2" creationId="{B3B18A85-4BA1-8306-551E-E13EE80979A6}"/>
          </ac:spMkLst>
        </pc:spChg>
        <pc:spChg chg="mod">
          <ac:chgData name="Greenrod, Samuel (OCBD)" userId="2206092a-8a12-487a-a963-cafe9a401430" providerId="ADAL" clId="{E3E79E2D-8612-4160-B288-21B9B925C666}" dt="2025-11-12T18:30:16.026" v="1324" actId="20577"/>
          <ac:spMkLst>
            <pc:docMk/>
            <pc:sldMk cId="2011615651" sldId="281"/>
            <ac:spMk id="3" creationId="{CA00AF49-CC44-25D9-3735-EF8C3DBD2D0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9B1DDD-8229-2C4E-8910-A0E8F8BF9E17}" type="datetimeFigureOut">
              <a:rPr lang="en-IT" smtClean="0"/>
              <a:t>28/11/25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CEB3D3-B3A3-294A-AD01-6523D7C99E7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791047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902E7-A716-093E-1362-7E685B34D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3B841-8EE8-DCBC-2BAE-B1BF7602C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8C693-220B-B7B6-F273-9E8D88B86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FA331-FF6B-E678-85E6-FA98BFF10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91788-18EC-C0F1-421D-E58F375C3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169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D914C-2843-B9AD-AC46-8BE4D4356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07C89-5D55-D97F-1B0F-874F7957A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F25AA-4827-21EE-6457-0D8A1E279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3C8B3-BFB7-B7B7-401A-DDE6A010E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3345C-1881-0252-ED6F-932F0165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168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64E0-F887-C31C-EDEF-579D66A3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24415-DF7E-52B8-145E-786748D81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3C852-2345-F521-177D-4E5B893F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2B64E-F91B-6635-C807-E852F82D4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15CAA-E194-3CD1-B25D-967407BF2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936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15E79-11E6-91DA-C1DF-43EE6E2C8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403DD-2C16-8613-848C-729DFEAAF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4534D-6506-01C1-835C-A2A80BA20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68A7E-5959-EF74-4AE3-4C6598E18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9150A-5F84-8DA5-F9D7-271F272A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E90A-6E5D-37FA-5043-B6C8C6992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90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F9A9-40C4-1957-20AC-E2581FC5B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1D9B0-C6B0-FF15-4F4A-1DF24A734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3EC60-5D65-13EB-9B87-BF64988D8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5016FE-5560-05A2-0A09-557D143F3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4BD99A-6DAE-04A0-D8FE-6469EBAD3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B7807F-E675-8070-B291-0A7766639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B2935-82F4-5EC2-F131-22AF56366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6C4B4F-8FF7-6EF4-B3B3-97E030623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56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14752-E894-E28F-CC83-669C0C98E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EF1A0F-BAEE-193B-5104-D689D600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72CC38-EE6B-3312-D9DE-2250B873E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E9EBF-D944-C8F9-494F-0C0806F2E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771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B7050D-7431-6E75-ABFE-4904280C9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B6110-B850-CD4C-D9A2-04E486B74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04830-154D-725F-C08C-90848CBE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88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E49D0-2387-A63D-B1EB-1BBC9DD07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C4B2-AD0C-5FD7-E9D0-3BD735028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2B124-0D1F-E6BB-FE9A-27008B0E1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F39A0-D2C4-810D-5040-DB77176E1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6447C-D477-B9DD-EE25-969620FC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9CDE6-DDB1-B3DF-3BCF-E1EC5D515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6924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E8146-53AD-B0B0-25E0-D41028B56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43BD9-A1EC-BBF8-5CA0-27C292981F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376DA-0DA9-DFA7-29A1-A41985551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8036A-EA62-8F43-229C-6ED5D9834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0B40C-1B62-4385-EE1A-160F6548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04422-6B0A-10B8-3E85-A0802CE7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847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711CF-0431-B737-6A3C-1BD952799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6C612-0010-B526-C894-8CE6494EE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E29F3-C586-D1F0-64FB-8140E0B67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0C656-9408-1B7B-A7F2-88EF768D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95FBF-191E-7C84-1861-41F1AF54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963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9C1F22-C032-7740-E855-6710D61644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425B6A-B82A-FACB-1442-1AF6B13F0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CB769-4CFA-EC12-C2AF-7BD7D6E22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7E55E-D6FC-DB93-3863-32D5DBC12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7CCFB-D6DD-C1F2-BFB1-84BECB741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627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4F7785-40BA-DF1C-3523-7CCE340EE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92171-54C5-E92A-D2A9-070C21826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93DE5-AB22-1D9D-2C5C-C2796AAEB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8E0D2-DD2A-9440-3AA2-BF0A61A900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916CE-CB18-558E-31A7-4004BD0D0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773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Samuel.greenrod@fao.org" TargetMode="External"/><Relationship Id="rId4" Type="http://schemas.openxmlformats.org/officeDocument/2006/relationships/hyperlink" Target="mailto:Riccardo.soldan@fao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74D7-F4EA-CF5E-D552-74464B3CD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060179"/>
            <a:ext cx="9144000" cy="165576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70C0"/>
                </a:solidFill>
                <a:latin typeface="Arial"/>
                <a:cs typeface="Arial"/>
              </a:rPr>
              <a:t>Technical workshop for GCF project: </a:t>
            </a:r>
            <a:r>
              <a:rPr lang="en-GB" sz="2400" dirty="0">
                <a:solidFill>
                  <a:srgbClr val="0070C0"/>
                </a:solidFill>
                <a:latin typeface="Arial"/>
                <a:cs typeface="Arial"/>
              </a:rPr>
              <a:t>Climate change and climate change impacts on São Tomé and Príncipe with a focus on fishery and tourism sectors in a Blue Economy context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rgbClr val="0070C0"/>
                </a:solidFill>
                <a:latin typeface="Arial"/>
                <a:cs typeface="Arial"/>
              </a:rPr>
              <a:t>Sao Tome and Principe, November/December 2025</a:t>
            </a:r>
            <a:endParaRPr lang="en-US" sz="36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361E7-4E15-CD6C-8E77-8F89B5B7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3677"/>
            <a:ext cx="9144000" cy="1655762"/>
          </a:xfrm>
        </p:spPr>
        <p:txBody>
          <a:bodyPr>
            <a:normAutofit/>
          </a:bodyPr>
          <a:lstStyle/>
          <a:p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Training Options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By: Riccardo Soldan and Samuel </a:t>
            </a:r>
            <a:r>
              <a:rPr lang="en-US" sz="1500" dirty="0" err="1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Greenrod</a:t>
            </a:r>
            <a:endParaRPr lang="en-US" sz="15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9888D26-7370-8509-4416-30924E0722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6A18F0-129F-D4F1-D5BD-9C6826AB94BE}"/>
              </a:ext>
            </a:extLst>
          </p:cNvPr>
          <p:cNvCxnSpPr/>
          <p:nvPr/>
        </p:nvCxnSpPr>
        <p:spPr>
          <a:xfrm>
            <a:off x="968828" y="3935186"/>
            <a:ext cx="10254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65DBE5-7B38-D154-314F-B7ABE5C7A406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921F9B8-11EE-4197-BAF5-5A5EB6D664EE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89C7B9-DBF0-4289-6D9A-D7CEC898F07B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D5C065-F1C4-74F3-61B8-06241CFB5626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D18EC2C8-8D2B-E43F-E1FF-B94334997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A62913-7D4F-4229-D5FF-FFFB8247A55B}"/>
              </a:ext>
            </a:extLst>
          </p:cNvPr>
          <p:cNvSpPr txBox="1"/>
          <p:nvPr/>
        </p:nvSpPr>
        <p:spPr>
          <a:xfrm>
            <a:off x="7044825" y="6581001"/>
            <a:ext cx="514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Link to all materials: </a:t>
            </a:r>
            <a:r>
              <a:rPr lang="en-GB" sz="1200" dirty="0">
                <a:solidFill>
                  <a:srgbClr val="00B0F0"/>
                </a:solidFill>
              </a:rPr>
              <a:t>https://</a:t>
            </a:r>
            <a:r>
              <a:rPr lang="en-GB" sz="1200" dirty="0" err="1">
                <a:solidFill>
                  <a:srgbClr val="00B0F0"/>
                </a:solidFill>
              </a:rPr>
              <a:t>github.com</a:t>
            </a:r>
            <a:r>
              <a:rPr lang="en-GB" sz="1200" dirty="0">
                <a:solidFill>
                  <a:srgbClr val="00B0F0"/>
                </a:solidFill>
              </a:rPr>
              <a:t>/Risk-Team/trainings/tree/main/STP</a:t>
            </a:r>
            <a:endParaRPr lang="en-IT" sz="1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195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AB30C-2D87-C74C-405A-670FB3C38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58B82-CF15-26F3-A6FC-DCE25512E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84627" cy="1325563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 trainings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E95BC09-408A-A028-15E5-244AD70E246A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6C4ED02-B311-5215-DA5F-A9BBBC88F0C7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CC1761-CCEE-58BE-9A61-751EE1C6112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E08523A1-7290-2AF3-16D5-A52FAFE12B63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9D7C3D-7C0D-56CC-1F18-6E7B558AB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956222"/>
              </p:ext>
            </p:extLst>
          </p:nvPr>
        </p:nvGraphicFramePr>
        <p:xfrm>
          <a:off x="479443" y="1444681"/>
          <a:ext cx="11233113" cy="5048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3866">
                  <a:extLst>
                    <a:ext uri="{9D8B030D-6E8A-4147-A177-3AD203B41FA5}">
                      <a16:colId xmlns:a16="http://schemas.microsoft.com/office/drawing/2014/main" val="3930107690"/>
                    </a:ext>
                  </a:extLst>
                </a:gridCol>
                <a:gridCol w="3173866">
                  <a:extLst>
                    <a:ext uri="{9D8B030D-6E8A-4147-A177-3AD203B41FA5}">
                      <a16:colId xmlns:a16="http://schemas.microsoft.com/office/drawing/2014/main" val="4057093032"/>
                    </a:ext>
                  </a:extLst>
                </a:gridCol>
                <a:gridCol w="3173866">
                  <a:extLst>
                    <a:ext uri="{9D8B030D-6E8A-4147-A177-3AD203B41FA5}">
                      <a16:colId xmlns:a16="http://schemas.microsoft.com/office/drawing/2014/main" val="2186085057"/>
                    </a:ext>
                  </a:extLst>
                </a:gridCol>
                <a:gridCol w="1711515">
                  <a:extLst>
                    <a:ext uri="{9D8B030D-6E8A-4147-A177-3AD203B41FA5}">
                      <a16:colId xmlns:a16="http://schemas.microsoft.com/office/drawing/2014/main" val="17671789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Training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Main objective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Key tools / topics covered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Target audience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902202"/>
                  </a:ext>
                </a:extLst>
              </a:tr>
              <a:tr h="1141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Climate Science for Climate 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Provide an overview of the key information needed to produce climate risk assessments and study the impact of climate change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key climate and ocean datasets, basic risk assessment concepts. Mostly theoretical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Ministry staff, fisheries &amp; agriculture services, NGOs, FAO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9502417"/>
                  </a:ext>
                </a:extLst>
              </a:tr>
              <a:tr h="1221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FF0000"/>
                          </a:solidFill>
                        </a:rPr>
                        <a:t>Hands-on Training on tools for Climate and Sectoral </a:t>
                      </a:r>
                      <a:r>
                        <a:rPr lang="en-GB" sz="1400">
                          <a:solidFill>
                            <a:srgbClr val="FF0000"/>
                          </a:solidFill>
                        </a:rPr>
                        <a:t>Risk Assessments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Build practical skills to run, visualise and interpret climate risk analyses for crops and fisheries using a wide set of tools.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CAVA platform (web/R/Python), basic analytics workflow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Technical staff from ministries, research institutes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8075553"/>
                  </a:ext>
                </a:extLst>
              </a:tr>
              <a:tr h="1141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Applying Crop Models and Climate Information for Climate-Smart Agricultural 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Translate model outputs into practical climate actions (e.g. sowing date, irrigation timing/frequency, variety choice).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 err="1"/>
                        <a:t>AquaCrop</a:t>
                      </a:r>
                      <a:r>
                        <a:rPr lang="en-GB" sz="1400" dirty="0"/>
                        <a:t> results, CAVA outputs, climate indicators, agronomic decision rules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Technical planners, extension officers, project designers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7972327"/>
                  </a:ext>
                </a:extLst>
              </a:tr>
              <a:tr h="1221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FF0000"/>
                          </a:solidFill>
                        </a:rPr>
                        <a:t>Climate Impact Modelling and Risk Assessment for Fisheries and the Blue Economy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Enhance capacities to assess climate impacts on fish stocks and fisheries-dependent livelihoods and to explore adaptation options.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Ocean/climate indicators, Species Distribution Modelling, Impact modelling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Fisheries department staff, Blue Economy units, marine researchers, FAO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458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6163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9CBB6-6A2A-CB83-839C-9473E87C3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A61ABA3C-C515-0ADF-1608-E11F5899F1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C02C31CB-87B5-448A-2B3C-435DDBA456FD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088E30-3C1B-6FF7-A029-92CAB5F6CCFA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CAFDBC5-6BC8-8F86-8B82-1253232F3A4D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27C11CF-0AA0-E1D8-DA1A-2D4A57292803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3D38FBFE-8B80-483D-95FD-17D3D31CC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50C397A-2313-EACE-260D-1658C32F79DD}"/>
              </a:ext>
            </a:extLst>
          </p:cNvPr>
          <p:cNvSpPr/>
          <p:nvPr/>
        </p:nvSpPr>
        <p:spPr>
          <a:xfrm>
            <a:off x="-16329" y="1653121"/>
            <a:ext cx="4814471" cy="52048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Riccardo Soldan</a:t>
            </a:r>
          </a:p>
          <a:p>
            <a:pPr algn="ctr"/>
            <a:r>
              <a:rPr lang="en-GB" dirty="0">
                <a:hlinkClick r:id="rId4"/>
              </a:rPr>
              <a:t>R</a:t>
            </a:r>
            <a:r>
              <a:rPr lang="en-IT" dirty="0">
                <a:hlinkClick r:id="rId4"/>
              </a:rPr>
              <a:t>iccardo.soldan@fao.org</a:t>
            </a:r>
            <a:endParaRPr lang="en-IT" dirty="0"/>
          </a:p>
          <a:p>
            <a:pPr algn="ctr"/>
            <a:endParaRPr lang="en-IT" dirty="0"/>
          </a:p>
          <a:p>
            <a:pPr algn="ctr"/>
            <a:r>
              <a:rPr lang="en-IT" dirty="0"/>
              <a:t>Samuel Greenrod</a:t>
            </a:r>
          </a:p>
          <a:p>
            <a:pPr algn="ctr"/>
            <a:r>
              <a:rPr lang="en-IT" dirty="0">
                <a:hlinkClick r:id="rId5"/>
              </a:rPr>
              <a:t>Samuel.greenrod@fao.org</a:t>
            </a:r>
            <a:endParaRPr lang="en-IT" dirty="0"/>
          </a:p>
          <a:p>
            <a:pPr algn="ctr"/>
            <a:endParaRPr lang="en-IT" dirty="0"/>
          </a:p>
          <a:p>
            <a:pPr algn="ctr"/>
            <a:endParaRPr lang="en-IT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085E60-58CD-F158-8415-7C637F5B5DCA}"/>
              </a:ext>
            </a:extLst>
          </p:cNvPr>
          <p:cNvSpPr/>
          <p:nvPr/>
        </p:nvSpPr>
        <p:spPr>
          <a:xfrm>
            <a:off x="6384471" y="3626097"/>
            <a:ext cx="356668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GB" sz="5400" b="1" cap="none" spc="0" dirty="0">
                <a:ln/>
                <a:solidFill>
                  <a:schemeClr val="accent4"/>
                </a:solidFill>
                <a:effectLst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68669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caafef-fd22-48d0-85dc-526f5aa604f6">
      <Terms xmlns="http://schemas.microsoft.com/office/infopath/2007/PartnerControls"/>
    </lcf76f155ced4ddcb4097134ff3c332f>
    <TaxCatchAll xmlns="cc7ce8ca-8f52-44ec-9496-3c41d0f5ad1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500CC7CC11694381E56D15BD009ABF" ma:contentTypeVersion="17" ma:contentTypeDescription="Create a new document." ma:contentTypeScope="" ma:versionID="5bde0183fae20f930619151b743545d5">
  <xsd:schema xmlns:xsd="http://www.w3.org/2001/XMLSchema" xmlns:xs="http://www.w3.org/2001/XMLSchema" xmlns:p="http://schemas.microsoft.com/office/2006/metadata/properties" xmlns:ns2="c0caafef-fd22-48d0-85dc-526f5aa604f6" xmlns:ns3="cc7ce8ca-8f52-44ec-9496-3c41d0f5ad18" targetNamespace="http://schemas.microsoft.com/office/2006/metadata/properties" ma:root="true" ma:fieldsID="b93acc077f3eeba91a697f445d89f976" ns2:_="" ns3:_="">
    <xsd:import namespace="c0caafef-fd22-48d0-85dc-526f5aa604f6"/>
    <xsd:import namespace="cc7ce8ca-8f52-44ec-9496-3c41d0f5ad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caafef-fd22-48d0-85dc-526f5aa604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40eee1e-ad38-437e-be40-fc9f033adc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ce8ca-8f52-44ec-9496-3c41d0f5ad18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5dfeec75-c9d3-4c39-ba02-38eb92d5f92d}" ma:internalName="TaxCatchAll" ma:showField="CatchAllData" ma:web="cc7ce8ca-8f52-44ec-9496-3c41d0f5ad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A3DF9AB-00FC-46DB-A5D6-293E8DE9934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17CF73B-06D3-4F9B-955D-0740B08863BD}">
  <ds:schemaRefs>
    <ds:schemaRef ds:uri="http://schemas.microsoft.com/office/2006/metadata/properties"/>
    <ds:schemaRef ds:uri="http://schemas.microsoft.com/office/infopath/2007/PartnerControls"/>
    <ds:schemaRef ds:uri="c0caafef-fd22-48d0-85dc-526f5aa604f6"/>
    <ds:schemaRef ds:uri="cc7ce8ca-8f52-44ec-9496-3c41d0f5ad18"/>
  </ds:schemaRefs>
</ds:datastoreItem>
</file>

<file path=customXml/itemProps3.xml><?xml version="1.0" encoding="utf-8"?>
<ds:datastoreItem xmlns:ds="http://schemas.openxmlformats.org/officeDocument/2006/customXml" ds:itemID="{F8E82391-0565-41E9-9127-B1DFEFCF65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caafef-fd22-48d0-85dc-526f5aa604f6"/>
    <ds:schemaRef ds:uri="cc7ce8ca-8f52-44ec-9496-3c41d0f5ad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1582</TotalTime>
  <Words>311</Words>
  <Application>Microsoft Macintosh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Georgia</vt:lpstr>
      <vt:lpstr>Office Theme</vt:lpstr>
      <vt:lpstr>Technical workshop for GCF project: Climate change and climate change impacts on São Tomé and Príncipe with a focus on fishery and tourism sectors in a Blue Economy context Sao Tome and Principe, November/December 2025</vt:lpstr>
      <vt:lpstr>Potential trainings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Greenrod, Samuel (OCBD)</dc:creator>
  <cp:lastModifiedBy>Soldan, Riccardo (OCBD)</cp:lastModifiedBy>
  <cp:revision>54</cp:revision>
  <dcterms:created xsi:type="dcterms:W3CDTF">2025-11-12T15:08:01Z</dcterms:created>
  <dcterms:modified xsi:type="dcterms:W3CDTF">2025-11-28T07:46:10Z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0x01010072500CC7CC11694381E56D15BD009ABF</vt:lpwstr>
  </property>
</Properties>
</file>