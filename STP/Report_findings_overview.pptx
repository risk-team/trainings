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6_A20CF00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78" r:id="rId5"/>
    <p:sldId id="273" r:id="rId6"/>
    <p:sldId id="279" r:id="rId7"/>
    <p:sldId id="280" r:id="rId8"/>
    <p:sldId id="274" r:id="rId9"/>
    <p:sldId id="281" r:id="rId10"/>
    <p:sldId id="282" r:id="rId11"/>
    <p:sldId id="283" r:id="rId12"/>
    <p:sldId id="284" r:id="rId13"/>
    <p:sldId id="285" r:id="rId14"/>
    <p:sldId id="287" r:id="rId15"/>
    <p:sldId id="288" r:id="rId16"/>
    <p:sldId id="289" r:id="rId17"/>
    <p:sldId id="290" r:id="rId18"/>
    <p:sldId id="291" r:id="rId19"/>
    <p:sldId id="292" r:id="rId20"/>
    <p:sldId id="294" r:id="rId21"/>
    <p:sldId id="260" r:id="rId22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5EB11-A9E3-40B8-9808-2145C5E809FD}" v="64" dt="2025-11-17T11:27:54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07"/>
    <p:restoredTop sz="96327"/>
  </p:normalViewPr>
  <p:slideViewPr>
    <p:cSldViewPr snapToGrid="0">
      <p:cViewPr>
        <p:scale>
          <a:sx n="78" d="100"/>
          <a:sy n="78" d="100"/>
        </p:scale>
        <p:origin x="936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 sldOrd">
      <pc:chgData name="Greenrod, Samuel (OCBD)" userId="2206092a-8a12-487a-a963-cafe9a401430" providerId="ADAL" clId="{54C49FCB-CE70-4530-A1A9-E0EA58CC5D69}" dt="2025-11-17T11:45:51.343" v="2213" actId="47"/>
      <pc:docMkLst>
        <pc:docMk/>
      </pc:docMkLst>
      <pc:sldChg chg="modSp del">
        <pc:chgData name="Greenrod, Samuel (OCBD)" userId="2206092a-8a12-487a-a963-cafe9a401430" providerId="ADAL" clId="{54C49FCB-CE70-4530-A1A9-E0EA58CC5D69}" dt="2025-11-17T09:20:35.442" v="29" actId="47"/>
        <pc:sldMkLst>
          <pc:docMk/>
          <pc:sldMk cId="3596195578" sldId="256"/>
        </pc:sldMkLst>
        <pc:spChg chg="mod">
          <ac:chgData name="Greenrod, Samuel (OCBD)" userId="2206092a-8a12-487a-a963-cafe9a401430" providerId="ADAL" clId="{54C49FCB-CE70-4530-A1A9-E0EA58CC5D69}" dt="2025-11-17T09:20:26.908" v="27"/>
          <ac:spMkLst>
            <pc:docMk/>
            <pc:sldMk cId="3596195578" sldId="256"/>
            <ac:spMk id="3" creationId="{B65361E7-4E15-CD6C-8E77-8F89B5B7D557}"/>
          </ac:spMkLst>
        </pc:spChg>
      </pc:sldChg>
      <pc:sldChg chg="del">
        <pc:chgData name="Greenrod, Samuel (OCBD)" userId="2206092a-8a12-487a-a963-cafe9a401430" providerId="ADAL" clId="{54C49FCB-CE70-4530-A1A9-E0EA58CC5D69}" dt="2025-11-17T11:45:40.059" v="2201" actId="47"/>
        <pc:sldMkLst>
          <pc:docMk/>
          <pc:sldMk cId="3018860288" sldId="257"/>
        </pc:sldMkLst>
      </pc:sldChg>
      <pc:sldChg chg="del">
        <pc:chgData name="Greenrod, Samuel (OCBD)" userId="2206092a-8a12-487a-a963-cafe9a401430" providerId="ADAL" clId="{54C49FCB-CE70-4530-A1A9-E0EA58CC5D69}" dt="2025-11-17T11:45:51.343" v="2213" actId="47"/>
        <pc:sldMkLst>
          <pc:docMk/>
          <pc:sldMk cId="312761833" sldId="259"/>
        </pc:sldMkLst>
      </pc:sldChg>
      <pc:sldChg chg="del">
        <pc:chgData name="Greenrod, Samuel (OCBD)" userId="2206092a-8a12-487a-a963-cafe9a401430" providerId="ADAL" clId="{54C49FCB-CE70-4530-A1A9-E0EA58CC5D69}" dt="2025-11-17T11:45:40.689" v="2202" actId="47"/>
        <pc:sldMkLst>
          <pc:docMk/>
          <pc:sldMk cId="2766163668" sldId="261"/>
        </pc:sldMkLst>
      </pc:sldChg>
      <pc:sldChg chg="del">
        <pc:chgData name="Greenrod, Samuel (OCBD)" userId="2206092a-8a12-487a-a963-cafe9a401430" providerId="ADAL" clId="{54C49FCB-CE70-4530-A1A9-E0EA58CC5D69}" dt="2025-11-17T11:45:41.525" v="2203" actId="47"/>
        <pc:sldMkLst>
          <pc:docMk/>
          <pc:sldMk cId="147372020" sldId="262"/>
        </pc:sldMkLst>
      </pc:sldChg>
      <pc:sldChg chg="del">
        <pc:chgData name="Greenrod, Samuel (OCBD)" userId="2206092a-8a12-487a-a963-cafe9a401430" providerId="ADAL" clId="{54C49FCB-CE70-4530-A1A9-E0EA58CC5D69}" dt="2025-11-17T11:45:43.572" v="2206" actId="47"/>
        <pc:sldMkLst>
          <pc:docMk/>
          <pc:sldMk cId="3482345094" sldId="264"/>
        </pc:sldMkLst>
      </pc:sldChg>
      <pc:sldChg chg="del">
        <pc:chgData name="Greenrod, Samuel (OCBD)" userId="2206092a-8a12-487a-a963-cafe9a401430" providerId="ADAL" clId="{54C49FCB-CE70-4530-A1A9-E0EA58CC5D69}" dt="2025-11-17T11:45:44.155" v="2207" actId="47"/>
        <pc:sldMkLst>
          <pc:docMk/>
          <pc:sldMk cId="3900188702" sldId="265"/>
        </pc:sldMkLst>
      </pc:sldChg>
      <pc:sldChg chg="del">
        <pc:chgData name="Greenrod, Samuel (OCBD)" userId="2206092a-8a12-487a-a963-cafe9a401430" providerId="ADAL" clId="{54C49FCB-CE70-4530-A1A9-E0EA58CC5D69}" dt="2025-11-17T11:45:44.816" v="2208" actId="47"/>
        <pc:sldMkLst>
          <pc:docMk/>
          <pc:sldMk cId="3706851588" sldId="266"/>
        </pc:sldMkLst>
      </pc:sldChg>
      <pc:sldChg chg="del">
        <pc:chgData name="Greenrod, Samuel (OCBD)" userId="2206092a-8a12-487a-a963-cafe9a401430" providerId="ADAL" clId="{54C49FCB-CE70-4530-A1A9-E0EA58CC5D69}" dt="2025-11-17T11:45:45.461" v="2209" actId="47"/>
        <pc:sldMkLst>
          <pc:docMk/>
          <pc:sldMk cId="3414459352" sldId="267"/>
        </pc:sldMkLst>
      </pc:sldChg>
      <pc:sldChg chg="del">
        <pc:chgData name="Greenrod, Samuel (OCBD)" userId="2206092a-8a12-487a-a963-cafe9a401430" providerId="ADAL" clId="{54C49FCB-CE70-4530-A1A9-E0EA58CC5D69}" dt="2025-11-17T11:45:46.109" v="2210" actId="47"/>
        <pc:sldMkLst>
          <pc:docMk/>
          <pc:sldMk cId="2723754927" sldId="268"/>
        </pc:sldMkLst>
      </pc:sldChg>
      <pc:sldChg chg="del">
        <pc:chgData name="Greenrod, Samuel (OCBD)" userId="2206092a-8a12-487a-a963-cafe9a401430" providerId="ADAL" clId="{54C49FCB-CE70-4530-A1A9-E0EA58CC5D69}" dt="2025-11-17T11:45:42.437" v="2204" actId="47"/>
        <pc:sldMkLst>
          <pc:docMk/>
          <pc:sldMk cId="200511196" sldId="269"/>
        </pc:sldMkLst>
      </pc:sldChg>
      <pc:sldChg chg="del">
        <pc:chgData name="Greenrod, Samuel (OCBD)" userId="2206092a-8a12-487a-a963-cafe9a401430" providerId="ADAL" clId="{54C49FCB-CE70-4530-A1A9-E0EA58CC5D69}" dt="2025-11-17T11:45:47.700" v="2212" actId="47"/>
        <pc:sldMkLst>
          <pc:docMk/>
          <pc:sldMk cId="600718389" sldId="270"/>
        </pc:sldMkLst>
      </pc:sldChg>
      <pc:sldChg chg="del">
        <pc:chgData name="Greenrod, Samuel (OCBD)" userId="2206092a-8a12-487a-a963-cafe9a401430" providerId="ADAL" clId="{54C49FCB-CE70-4530-A1A9-E0EA58CC5D69}" dt="2025-11-17T11:45:42.958" v="2205" actId="47"/>
        <pc:sldMkLst>
          <pc:docMk/>
          <pc:sldMk cId="2578936741" sldId="271"/>
        </pc:sldMkLst>
      </pc:sldChg>
      <pc:sldChg chg="del">
        <pc:chgData name="Greenrod, Samuel (OCBD)" userId="2206092a-8a12-487a-a963-cafe9a401430" providerId="ADAL" clId="{54C49FCB-CE70-4530-A1A9-E0EA58CC5D69}" dt="2025-11-17T09:06:55.708" v="1" actId="47"/>
        <pc:sldMkLst>
          <pc:docMk/>
          <pc:sldMk cId="1549602119" sldId="272"/>
        </pc:sldMkLst>
      </pc:sldChg>
      <pc:sldChg chg="addSp delSp modSp add mod">
        <pc:chgData name="Greenrod, Samuel (OCBD)" userId="2206092a-8a12-487a-a963-cafe9a401430" providerId="ADAL" clId="{54C49FCB-CE70-4530-A1A9-E0EA58CC5D69}" dt="2025-11-17T09:20:00.956" v="25" actId="1076"/>
        <pc:sldMkLst>
          <pc:docMk/>
          <pc:sldMk cId="695527983" sldId="273"/>
        </pc:sldMkLst>
        <pc:spChg chg="mod">
          <ac:chgData name="Greenrod, Samuel (OCBD)" userId="2206092a-8a12-487a-a963-cafe9a401430" providerId="ADAL" clId="{54C49FCB-CE70-4530-A1A9-E0EA58CC5D69}" dt="2025-11-17T09:10:14.736" v="18" actId="20577"/>
          <ac:spMkLst>
            <pc:docMk/>
            <pc:sldMk cId="695527983" sldId="273"/>
            <ac:spMk id="2" creationId="{FBA3E97C-7B53-C082-54D7-4837292A62D4}"/>
          </ac:spMkLst>
        </pc:spChg>
        <pc:spChg chg="del">
          <ac:chgData name="Greenrod, Samuel (OCBD)" userId="2206092a-8a12-487a-a963-cafe9a401430" providerId="ADAL" clId="{54C49FCB-CE70-4530-A1A9-E0EA58CC5D69}" dt="2025-11-17T09:19:24.856" v="19" actId="478"/>
          <ac:spMkLst>
            <pc:docMk/>
            <pc:sldMk cId="695527983" sldId="273"/>
            <ac:spMk id="3" creationId="{0A15ED59-530E-5A14-DEE1-7FE0DBA4FBC2}"/>
          </ac:spMkLst>
        </pc:spChg>
        <pc:spChg chg="add del mod">
          <ac:chgData name="Greenrod, Samuel (OCBD)" userId="2206092a-8a12-487a-a963-cafe9a401430" providerId="ADAL" clId="{54C49FCB-CE70-4530-A1A9-E0EA58CC5D69}" dt="2025-11-17T09:19:26.509" v="21" actId="478"/>
          <ac:spMkLst>
            <pc:docMk/>
            <pc:sldMk cId="695527983" sldId="273"/>
            <ac:spMk id="12" creationId="{18CBB281-D433-2050-C3F9-954FECF8BD15}"/>
          </ac:spMkLst>
        </pc:spChg>
        <pc:picChg chg="del">
          <ac:chgData name="Greenrod, Samuel (OCBD)" userId="2206092a-8a12-487a-a963-cafe9a401430" providerId="ADAL" clId="{54C49FCB-CE70-4530-A1A9-E0EA58CC5D69}" dt="2025-11-17T09:19:25.446" v="20" actId="478"/>
          <ac:picMkLst>
            <pc:docMk/>
            <pc:sldMk cId="695527983" sldId="273"/>
            <ac:picMk id="7" creationId="{E60A59DF-A107-5FE5-569F-3C2C1C48B62F}"/>
          </ac:picMkLst>
        </pc:picChg>
        <pc:picChg chg="add mod">
          <ac:chgData name="Greenrod, Samuel (OCBD)" userId="2206092a-8a12-487a-a963-cafe9a401430" providerId="ADAL" clId="{54C49FCB-CE70-4530-A1A9-E0EA58CC5D69}" dt="2025-11-17T09:20:00.956" v="25" actId="1076"/>
          <ac:picMkLst>
            <pc:docMk/>
            <pc:sldMk cId="695527983" sldId="273"/>
            <ac:picMk id="1026" creationId="{9D1C23E1-28E0-53D5-5BE7-B6A49B77A288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10:50:51.423" v="678" actId="404"/>
        <pc:sldMkLst>
          <pc:docMk/>
          <pc:sldMk cId="961859304" sldId="274"/>
        </pc:sldMkLst>
        <pc:spChg chg="mod">
          <ac:chgData name="Greenrod, Samuel (OCBD)" userId="2206092a-8a12-487a-a963-cafe9a401430" providerId="ADAL" clId="{54C49FCB-CE70-4530-A1A9-E0EA58CC5D69}" dt="2025-11-17T10:47:31.429" v="394" actId="20577"/>
          <ac:spMkLst>
            <pc:docMk/>
            <pc:sldMk cId="961859304" sldId="274"/>
            <ac:spMk id="2" creationId="{96EC78ED-6FE0-218B-A93A-729ABD9A0F90}"/>
          </ac:spMkLst>
        </pc:spChg>
        <pc:spChg chg="add mod">
          <ac:chgData name="Greenrod, Samuel (OCBD)" userId="2206092a-8a12-487a-a963-cafe9a401430" providerId="ADAL" clId="{54C49FCB-CE70-4530-A1A9-E0EA58CC5D69}" dt="2025-11-17T10:50:51.423" v="678" actId="404"/>
          <ac:spMkLst>
            <pc:docMk/>
            <pc:sldMk cId="961859304" sldId="274"/>
            <ac:spMk id="12" creationId="{7AA4B144-32AA-BF9C-A1E7-A25A8EE3EA8F}"/>
          </ac:spMkLst>
        </pc:spChg>
        <pc:picChg chg="add mod">
          <ac:chgData name="Greenrod, Samuel (OCBD)" userId="2206092a-8a12-487a-a963-cafe9a401430" providerId="ADAL" clId="{54C49FCB-CE70-4530-A1A9-E0EA58CC5D69}" dt="2025-11-17T10:48:40.576" v="408" actId="1076"/>
          <ac:picMkLst>
            <pc:docMk/>
            <pc:sldMk cId="961859304" sldId="274"/>
            <ac:picMk id="3" creationId="{BD479BF8-FC44-F123-9041-EF2E3A1C7DB0}"/>
          </ac:picMkLst>
        </pc:picChg>
        <pc:picChg chg="add mod">
          <ac:chgData name="Greenrod, Samuel (OCBD)" userId="2206092a-8a12-487a-a963-cafe9a401430" providerId="ADAL" clId="{54C49FCB-CE70-4530-A1A9-E0EA58CC5D69}" dt="2025-11-17T10:48:39.404" v="407" actId="1076"/>
          <ac:picMkLst>
            <pc:docMk/>
            <pc:sldMk cId="961859304" sldId="274"/>
            <ac:picMk id="7" creationId="{B7E99EF5-F346-296C-F7DA-E65915B696AF}"/>
          </ac:picMkLst>
        </pc:picChg>
        <pc:picChg chg="add mod">
          <ac:chgData name="Greenrod, Samuel (OCBD)" userId="2206092a-8a12-487a-a963-cafe9a401430" providerId="ADAL" clId="{54C49FCB-CE70-4530-A1A9-E0EA58CC5D69}" dt="2025-11-17T10:48:44.096" v="409" actId="1076"/>
          <ac:picMkLst>
            <pc:docMk/>
            <pc:sldMk cId="961859304" sldId="274"/>
            <ac:picMk id="11" creationId="{5C080776-192C-E8F4-E312-46CA8A7E48A3}"/>
          </ac:picMkLst>
        </pc:picChg>
        <pc:picChg chg="del">
          <ac:chgData name="Greenrod, Samuel (OCBD)" userId="2206092a-8a12-487a-a963-cafe9a401430" providerId="ADAL" clId="{54C49FCB-CE70-4530-A1A9-E0EA58CC5D69}" dt="2025-11-17T09:21:14.229" v="67" actId="478"/>
          <ac:picMkLst>
            <pc:docMk/>
            <pc:sldMk cId="961859304" sldId="274"/>
            <ac:picMk id="1026" creationId="{9F65F238-B4B0-A516-2608-B48D9189B22D}"/>
          </ac:picMkLst>
        </pc:picChg>
      </pc:sldChg>
      <pc:sldChg chg="modSp add mod">
        <pc:chgData name="Greenrod, Samuel (OCBD)" userId="2206092a-8a12-487a-a963-cafe9a401430" providerId="ADAL" clId="{54C49FCB-CE70-4530-A1A9-E0EA58CC5D69}" dt="2025-11-17T09:21:22.216" v="68" actId="20577"/>
        <pc:sldMkLst>
          <pc:docMk/>
          <pc:sldMk cId="2718756868" sldId="278"/>
        </pc:sldMkLst>
        <pc:spChg chg="mod">
          <ac:chgData name="Greenrod, Samuel (OCBD)" userId="2206092a-8a12-487a-a963-cafe9a401430" providerId="ADAL" clId="{54C49FCB-CE70-4530-A1A9-E0EA58CC5D69}" dt="2025-11-17T09:21:22.216" v="68" actId="20577"/>
          <ac:spMkLst>
            <pc:docMk/>
            <pc:sldMk cId="2718756868" sldId="278"/>
            <ac:spMk id="2" creationId="{CA7A74D7-F4EA-CF5E-D552-74464B3CD55E}"/>
          </ac:spMkLst>
        </pc:spChg>
        <pc:spChg chg="mod">
          <ac:chgData name="Greenrod, Samuel (OCBD)" userId="2206092a-8a12-487a-a963-cafe9a401430" providerId="ADAL" clId="{54C49FCB-CE70-4530-A1A9-E0EA58CC5D69}" dt="2025-11-17T09:20:42.719" v="66" actId="20577"/>
          <ac:spMkLst>
            <pc:docMk/>
            <pc:sldMk cId="2718756868" sldId="278"/>
            <ac:spMk id="3" creationId="{B65361E7-4E15-CD6C-8E77-8F89B5B7D557}"/>
          </ac:spMkLst>
        </pc:spChg>
      </pc:sldChg>
      <pc:sldChg chg="modSp add mod ord">
        <pc:chgData name="Greenrod, Samuel (OCBD)" userId="2206092a-8a12-487a-a963-cafe9a401430" providerId="ADAL" clId="{54C49FCB-CE70-4530-A1A9-E0EA58CC5D69}" dt="2025-11-17T09:22:30.676" v="236" actId="20577"/>
        <pc:sldMkLst>
          <pc:docMk/>
          <pc:sldMk cId="1183164464" sldId="279"/>
        </pc:sldMkLst>
        <pc:spChg chg="mod">
          <ac:chgData name="Greenrod, Samuel (OCBD)" userId="2206092a-8a12-487a-a963-cafe9a401430" providerId="ADAL" clId="{54C49FCB-CE70-4530-A1A9-E0EA58CC5D69}" dt="2025-11-17T09:21:43.001" v="99" actId="20577"/>
          <ac:spMkLst>
            <pc:docMk/>
            <pc:sldMk cId="1183164464" sldId="279"/>
            <ac:spMk id="2" creationId="{4EB433EE-E50F-7887-6628-2CC431A8836B}"/>
          </ac:spMkLst>
        </pc:spChg>
        <pc:spChg chg="mod">
          <ac:chgData name="Greenrod, Samuel (OCBD)" userId="2206092a-8a12-487a-a963-cafe9a401430" providerId="ADAL" clId="{54C49FCB-CE70-4530-A1A9-E0EA58CC5D69}" dt="2025-11-17T09:22:30.676" v="236" actId="20577"/>
          <ac:spMkLst>
            <pc:docMk/>
            <pc:sldMk cId="1183164464" sldId="279"/>
            <ac:spMk id="3" creationId="{40AAFB74-3337-D5B6-152C-BCD9570201DC}"/>
          </ac:spMkLst>
        </pc:spChg>
      </pc:sldChg>
      <pc:sldChg chg="addSp delSp modSp add mod">
        <pc:chgData name="Greenrod, Samuel (OCBD)" userId="2206092a-8a12-487a-a963-cafe9a401430" providerId="ADAL" clId="{54C49FCB-CE70-4530-A1A9-E0EA58CC5D69}" dt="2025-11-17T11:06:46.644" v="965" actId="114"/>
        <pc:sldMkLst>
          <pc:docMk/>
          <pc:sldMk cId="3077280897" sldId="280"/>
        </pc:sldMkLst>
        <pc:spChg chg="mod">
          <ac:chgData name="Greenrod, Samuel (OCBD)" userId="2206092a-8a12-487a-a963-cafe9a401430" providerId="ADAL" clId="{54C49FCB-CE70-4530-A1A9-E0EA58CC5D69}" dt="2025-11-17T09:23:18.500" v="261" actId="20577"/>
          <ac:spMkLst>
            <pc:docMk/>
            <pc:sldMk cId="3077280897" sldId="280"/>
            <ac:spMk id="2" creationId="{69472256-E5F8-2060-F4BC-FFF63DAF5A69}"/>
          </ac:spMkLst>
        </pc:spChg>
        <pc:spChg chg="mod">
          <ac:chgData name="Greenrod, Samuel (OCBD)" userId="2206092a-8a12-487a-a963-cafe9a401430" providerId="ADAL" clId="{54C49FCB-CE70-4530-A1A9-E0EA58CC5D69}" dt="2025-11-17T11:06:46.644" v="965" actId="114"/>
          <ac:spMkLst>
            <pc:docMk/>
            <pc:sldMk cId="3077280897" sldId="280"/>
            <ac:spMk id="3" creationId="{3E59EDD1-AA50-5BD6-0C61-E0284018FFE2}"/>
          </ac:spMkLst>
        </pc:spChg>
        <pc:picChg chg="del">
          <ac:chgData name="Greenrod, Samuel (OCBD)" userId="2206092a-8a12-487a-a963-cafe9a401430" providerId="ADAL" clId="{54C49FCB-CE70-4530-A1A9-E0EA58CC5D69}" dt="2025-11-17T09:22:59.716" v="240" actId="478"/>
          <ac:picMkLst>
            <pc:docMk/>
            <pc:sldMk cId="3077280897" sldId="280"/>
            <ac:picMk id="7" creationId="{E6299586-2198-134A-8187-CFBFDAFA2181}"/>
          </ac:picMkLst>
        </pc:picChg>
        <pc:picChg chg="add mod">
          <ac:chgData name="Greenrod, Samuel (OCBD)" userId="2206092a-8a12-487a-a963-cafe9a401430" providerId="ADAL" clId="{54C49FCB-CE70-4530-A1A9-E0EA58CC5D69}" dt="2025-11-17T09:23:11.054" v="245" actId="1076"/>
          <ac:picMkLst>
            <pc:docMk/>
            <pc:sldMk cId="3077280897" sldId="280"/>
            <ac:picMk id="2050" creationId="{1F8354CC-424B-E624-D376-3924312982B4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11:03:06.372" v="866" actId="1076"/>
        <pc:sldMkLst>
          <pc:docMk/>
          <pc:sldMk cId="658562017" sldId="281"/>
        </pc:sldMkLst>
        <pc:spChg chg="mod">
          <ac:chgData name="Greenrod, Samuel (OCBD)" userId="2206092a-8a12-487a-a963-cafe9a401430" providerId="ADAL" clId="{54C49FCB-CE70-4530-A1A9-E0EA58CC5D69}" dt="2025-11-17T11:03:01.847" v="863" actId="1076"/>
          <ac:spMkLst>
            <pc:docMk/>
            <pc:sldMk cId="658562017" sldId="281"/>
            <ac:spMk id="12" creationId="{CB89DBAB-6F32-3104-6E67-0CA975D2EE20}"/>
          </ac:spMkLst>
        </pc:spChg>
        <pc:picChg chg="del">
          <ac:chgData name="Greenrod, Samuel (OCBD)" userId="2206092a-8a12-487a-a963-cafe9a401430" providerId="ADAL" clId="{54C49FCB-CE70-4530-A1A9-E0EA58CC5D69}" dt="2025-11-17T10:49:42.200" v="513" actId="478"/>
          <ac:picMkLst>
            <pc:docMk/>
            <pc:sldMk cId="658562017" sldId="281"/>
            <ac:picMk id="3" creationId="{6F28F798-4123-FD6A-DB2A-8C27FFB76B0A}"/>
          </ac:picMkLst>
        </pc:picChg>
        <pc:picChg chg="del">
          <ac:chgData name="Greenrod, Samuel (OCBD)" userId="2206092a-8a12-487a-a963-cafe9a401430" providerId="ADAL" clId="{54C49FCB-CE70-4530-A1A9-E0EA58CC5D69}" dt="2025-11-17T10:49:42.676" v="515" actId="478"/>
          <ac:picMkLst>
            <pc:docMk/>
            <pc:sldMk cId="658562017" sldId="281"/>
            <ac:picMk id="7" creationId="{30EF7AE5-21B1-66F9-ADE8-0C0DC8EC8955}"/>
          </ac:picMkLst>
        </pc:picChg>
        <pc:picChg chg="del mod">
          <ac:chgData name="Greenrod, Samuel (OCBD)" userId="2206092a-8a12-487a-a963-cafe9a401430" providerId="ADAL" clId="{54C49FCB-CE70-4530-A1A9-E0EA58CC5D69}" dt="2025-11-17T10:49:43.123" v="516" actId="478"/>
          <ac:picMkLst>
            <pc:docMk/>
            <pc:sldMk cId="658562017" sldId="281"/>
            <ac:picMk id="11" creationId="{272B744C-A0E2-210B-55C9-A4945F4C90F0}"/>
          </ac:picMkLst>
        </pc:picChg>
        <pc:picChg chg="add mod">
          <ac:chgData name="Greenrod, Samuel (OCBD)" userId="2206092a-8a12-487a-a963-cafe9a401430" providerId="ADAL" clId="{54C49FCB-CE70-4530-A1A9-E0EA58CC5D69}" dt="2025-11-17T10:52:54.319" v="784" actId="1076"/>
          <ac:picMkLst>
            <pc:docMk/>
            <pc:sldMk cId="658562017" sldId="281"/>
            <ac:picMk id="13" creationId="{07414706-8F2D-917A-60D2-F1CB9DDF0CDB}"/>
          </ac:picMkLst>
        </pc:picChg>
        <pc:picChg chg="add mod modCrop">
          <ac:chgData name="Greenrod, Samuel (OCBD)" userId="2206092a-8a12-487a-a963-cafe9a401430" providerId="ADAL" clId="{54C49FCB-CE70-4530-A1A9-E0EA58CC5D69}" dt="2025-11-17T11:03:06.372" v="866" actId="1076"/>
          <ac:picMkLst>
            <pc:docMk/>
            <pc:sldMk cId="658562017" sldId="281"/>
            <ac:picMk id="14" creationId="{AD13032C-F2E4-5CD2-EA8D-BF75876F364C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11:10:12.355" v="1233" actId="1076"/>
        <pc:sldMkLst>
          <pc:docMk/>
          <pc:sldMk cId="2877324331" sldId="282"/>
        </pc:sldMkLst>
        <pc:spChg chg="mod">
          <ac:chgData name="Greenrod, Samuel (OCBD)" userId="2206092a-8a12-487a-a963-cafe9a401430" providerId="ADAL" clId="{54C49FCB-CE70-4530-A1A9-E0EA58CC5D69}" dt="2025-11-17T11:06:58.699" v="972" actId="20577"/>
          <ac:spMkLst>
            <pc:docMk/>
            <pc:sldMk cId="2877324331" sldId="282"/>
            <ac:spMk id="2" creationId="{C443B6F0-9B1F-85AE-9F38-4DCD1ECEE103}"/>
          </ac:spMkLst>
        </pc:spChg>
        <pc:spChg chg="mod">
          <ac:chgData name="Greenrod, Samuel (OCBD)" userId="2206092a-8a12-487a-a963-cafe9a401430" providerId="ADAL" clId="{54C49FCB-CE70-4530-A1A9-E0EA58CC5D69}" dt="2025-11-17T11:09:37.697" v="1195" actId="1076"/>
          <ac:spMkLst>
            <pc:docMk/>
            <pc:sldMk cId="2877324331" sldId="282"/>
            <ac:spMk id="12" creationId="{B753352B-304F-4650-6BA5-CB6900516252}"/>
          </ac:spMkLst>
        </pc:spChg>
        <pc:spChg chg="add mod">
          <ac:chgData name="Greenrod, Samuel (OCBD)" userId="2206092a-8a12-487a-a963-cafe9a401430" providerId="ADAL" clId="{54C49FCB-CE70-4530-A1A9-E0EA58CC5D69}" dt="2025-11-17T11:10:12.355" v="1233" actId="1076"/>
          <ac:spMkLst>
            <pc:docMk/>
            <pc:sldMk cId="2877324331" sldId="282"/>
            <ac:spMk id="18" creationId="{F24CC8D1-B9D3-12C0-2124-42666C19C029}"/>
          </ac:spMkLst>
        </pc:spChg>
        <pc:spChg chg="add mod">
          <ac:chgData name="Greenrod, Samuel (OCBD)" userId="2206092a-8a12-487a-a963-cafe9a401430" providerId="ADAL" clId="{54C49FCB-CE70-4530-A1A9-E0EA58CC5D69}" dt="2025-11-17T11:10:05.916" v="1231" actId="1076"/>
          <ac:spMkLst>
            <pc:docMk/>
            <pc:sldMk cId="2877324331" sldId="282"/>
            <ac:spMk id="19" creationId="{0579BC3F-B735-CDB8-60DE-1E628BC541D8}"/>
          </ac:spMkLst>
        </pc:spChg>
        <pc:grpChg chg="add mod">
          <ac:chgData name="Greenrod, Samuel (OCBD)" userId="2206092a-8a12-487a-a963-cafe9a401430" providerId="ADAL" clId="{54C49FCB-CE70-4530-A1A9-E0EA58CC5D69}" dt="2025-11-17T11:09:52.691" v="1217" actId="1076"/>
          <ac:grpSpMkLst>
            <pc:docMk/>
            <pc:sldMk cId="2877324331" sldId="282"/>
            <ac:grpSpMk id="3" creationId="{7F7B57ED-5E1A-05F2-4F20-47585C7C1F64}"/>
          </ac:grpSpMkLst>
        </pc:grpChg>
        <pc:picChg chg="add mod">
          <ac:chgData name="Greenrod, Samuel (OCBD)" userId="2206092a-8a12-487a-a963-cafe9a401430" providerId="ADAL" clId="{54C49FCB-CE70-4530-A1A9-E0EA58CC5D69}" dt="2025-11-17T11:07:15.288" v="975"/>
          <ac:picMkLst>
            <pc:docMk/>
            <pc:sldMk cId="2877324331" sldId="282"/>
            <ac:picMk id="7" creationId="{DC1FFBF8-DBF8-8C3A-3FD0-AFF54187DD18}"/>
          </ac:picMkLst>
        </pc:picChg>
        <pc:picChg chg="add mod">
          <ac:chgData name="Greenrod, Samuel (OCBD)" userId="2206092a-8a12-487a-a963-cafe9a401430" providerId="ADAL" clId="{54C49FCB-CE70-4530-A1A9-E0EA58CC5D69}" dt="2025-11-17T11:07:15.288" v="975"/>
          <ac:picMkLst>
            <pc:docMk/>
            <pc:sldMk cId="2877324331" sldId="282"/>
            <ac:picMk id="11" creationId="{F838627D-4762-69BE-850C-530139E499DD}"/>
          </ac:picMkLst>
        </pc:picChg>
        <pc:picChg chg="del">
          <ac:chgData name="Greenrod, Samuel (OCBD)" userId="2206092a-8a12-487a-a963-cafe9a401430" providerId="ADAL" clId="{54C49FCB-CE70-4530-A1A9-E0EA58CC5D69}" dt="2025-11-17T11:07:01.247" v="973" actId="478"/>
          <ac:picMkLst>
            <pc:docMk/>
            <pc:sldMk cId="2877324331" sldId="282"/>
            <ac:picMk id="13" creationId="{8725E021-5EAC-DF61-2E85-69F060B6EA8E}"/>
          </ac:picMkLst>
        </pc:picChg>
        <pc:picChg chg="del">
          <ac:chgData name="Greenrod, Samuel (OCBD)" userId="2206092a-8a12-487a-a963-cafe9a401430" providerId="ADAL" clId="{54C49FCB-CE70-4530-A1A9-E0EA58CC5D69}" dt="2025-11-17T11:07:01.763" v="974" actId="478"/>
          <ac:picMkLst>
            <pc:docMk/>
            <pc:sldMk cId="2877324331" sldId="282"/>
            <ac:picMk id="14" creationId="{019DDACE-8584-FE87-5CFF-9F478CB27AA1}"/>
          </ac:picMkLst>
        </pc:picChg>
        <pc:picChg chg="add mod">
          <ac:chgData name="Greenrod, Samuel (OCBD)" userId="2206092a-8a12-487a-a963-cafe9a401430" providerId="ADAL" clId="{54C49FCB-CE70-4530-A1A9-E0EA58CC5D69}" dt="2025-11-17T11:07:37.020" v="978" actId="1076"/>
          <ac:picMkLst>
            <pc:docMk/>
            <pc:sldMk cId="2877324331" sldId="282"/>
            <ac:picMk id="15" creationId="{6B8B4FF3-2E00-778B-794E-7530835E9BB0}"/>
          </ac:picMkLst>
        </pc:picChg>
        <pc:picChg chg="add mod">
          <ac:chgData name="Greenrod, Samuel (OCBD)" userId="2206092a-8a12-487a-a963-cafe9a401430" providerId="ADAL" clId="{54C49FCB-CE70-4530-A1A9-E0EA58CC5D69}" dt="2025-11-17T11:09:40.366" v="1197" actId="1076"/>
          <ac:picMkLst>
            <pc:docMk/>
            <pc:sldMk cId="2877324331" sldId="282"/>
            <ac:picMk id="16" creationId="{E9F850CE-14BF-DAA0-1BDB-3F811940AF06}"/>
          </ac:picMkLst>
        </pc:picChg>
        <pc:picChg chg="add mod">
          <ac:chgData name="Greenrod, Samuel (OCBD)" userId="2206092a-8a12-487a-a963-cafe9a401430" providerId="ADAL" clId="{54C49FCB-CE70-4530-A1A9-E0EA58CC5D69}" dt="2025-11-17T11:10:07.362" v="1232" actId="1076"/>
          <ac:picMkLst>
            <pc:docMk/>
            <pc:sldMk cId="2877324331" sldId="282"/>
            <ac:picMk id="17" creationId="{B844D4BC-F1F2-D698-5489-CB126ECB1735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11:11:28.417" v="1358" actId="20577"/>
        <pc:sldMkLst>
          <pc:docMk/>
          <pc:sldMk cId="3319517050" sldId="283"/>
        </pc:sldMkLst>
        <pc:spChg chg="mod">
          <ac:chgData name="Greenrod, Samuel (OCBD)" userId="2206092a-8a12-487a-a963-cafe9a401430" providerId="ADAL" clId="{54C49FCB-CE70-4530-A1A9-E0EA58CC5D69}" dt="2025-11-17T11:10:25.744" v="1243" actId="20577"/>
          <ac:spMkLst>
            <pc:docMk/>
            <pc:sldMk cId="3319517050" sldId="283"/>
            <ac:spMk id="2" creationId="{846D5CE9-2FC0-FC8B-CF5B-31A5CBA430EA}"/>
          </ac:spMkLst>
        </pc:spChg>
        <pc:spChg chg="mod">
          <ac:chgData name="Greenrod, Samuel (OCBD)" userId="2206092a-8a12-487a-a963-cafe9a401430" providerId="ADAL" clId="{54C49FCB-CE70-4530-A1A9-E0EA58CC5D69}" dt="2025-11-17T11:11:28.417" v="1358" actId="20577"/>
          <ac:spMkLst>
            <pc:docMk/>
            <pc:sldMk cId="3319517050" sldId="283"/>
            <ac:spMk id="3" creationId="{00272BA8-8B55-AF2B-491B-503D39E5316F}"/>
          </ac:spMkLst>
        </pc:spChg>
        <pc:picChg chg="add mod">
          <ac:chgData name="Greenrod, Samuel (OCBD)" userId="2206092a-8a12-487a-a963-cafe9a401430" providerId="ADAL" clId="{54C49FCB-CE70-4530-A1A9-E0EA58CC5D69}" dt="2025-11-17T11:10:29.067" v="1244"/>
          <ac:picMkLst>
            <pc:docMk/>
            <pc:sldMk cId="3319517050" sldId="283"/>
            <ac:picMk id="7" creationId="{22652CC1-1BE6-C965-F392-35D1CD395960}"/>
          </ac:picMkLst>
        </pc:picChg>
        <pc:picChg chg="del">
          <ac:chgData name="Greenrod, Samuel (OCBD)" userId="2206092a-8a12-487a-a963-cafe9a401430" providerId="ADAL" clId="{54C49FCB-CE70-4530-A1A9-E0EA58CC5D69}" dt="2025-11-17T11:10:30.220" v="1245" actId="478"/>
          <ac:picMkLst>
            <pc:docMk/>
            <pc:sldMk cId="3319517050" sldId="283"/>
            <ac:picMk id="2050" creationId="{51194FFD-EB83-8520-4828-23FEF1A1DAB7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11:24:51.330" v="1588" actId="14100"/>
        <pc:sldMkLst>
          <pc:docMk/>
          <pc:sldMk cId="385310984" sldId="284"/>
        </pc:sldMkLst>
        <pc:spChg chg="mod">
          <ac:chgData name="Greenrod, Samuel (OCBD)" userId="2206092a-8a12-487a-a963-cafe9a401430" providerId="ADAL" clId="{54C49FCB-CE70-4530-A1A9-E0EA58CC5D69}" dt="2025-11-17T11:24:51.330" v="1588" actId="14100"/>
          <ac:spMkLst>
            <pc:docMk/>
            <pc:sldMk cId="385310984" sldId="284"/>
            <ac:spMk id="2" creationId="{1E75921D-E60C-0050-BEA9-DFF6A0DBECB8}"/>
          </ac:spMkLst>
        </pc:spChg>
        <pc:spChg chg="mod">
          <ac:chgData name="Greenrod, Samuel (OCBD)" userId="2206092a-8a12-487a-a963-cafe9a401430" providerId="ADAL" clId="{54C49FCB-CE70-4530-A1A9-E0EA58CC5D69}" dt="2025-11-17T11:21:42.027" v="1453" actId="1076"/>
          <ac:spMkLst>
            <pc:docMk/>
            <pc:sldMk cId="385310984" sldId="284"/>
            <ac:spMk id="12" creationId="{953B97DE-51EE-D03B-2B43-98AAAC201AF4}"/>
          </ac:spMkLst>
        </pc:spChg>
        <pc:grpChg chg="add mod">
          <ac:chgData name="Greenrod, Samuel (OCBD)" userId="2206092a-8a12-487a-a963-cafe9a401430" providerId="ADAL" clId="{54C49FCB-CE70-4530-A1A9-E0EA58CC5D69}" dt="2025-11-17T11:21:15.196" v="1418" actId="1076"/>
          <ac:grpSpMkLst>
            <pc:docMk/>
            <pc:sldMk cId="385310984" sldId="284"/>
            <ac:grpSpMk id="16" creationId="{2CF63AE9-97CA-7729-2578-59584C4C150D}"/>
          </ac:grpSpMkLst>
        </pc:grpChg>
        <pc:grpChg chg="add mod">
          <ac:chgData name="Greenrod, Samuel (OCBD)" userId="2206092a-8a12-487a-a963-cafe9a401430" providerId="ADAL" clId="{54C49FCB-CE70-4530-A1A9-E0EA58CC5D69}" dt="2025-11-17T11:21:45.634" v="1454" actId="1076"/>
          <ac:grpSpMkLst>
            <pc:docMk/>
            <pc:sldMk cId="385310984" sldId="284"/>
            <ac:grpSpMk id="20" creationId="{3BEEF3D3-2AB2-E3A0-9037-264F3618B1C1}"/>
          </ac:grpSpMkLst>
        </pc:grpChg>
        <pc:picChg chg="del">
          <ac:chgData name="Greenrod, Samuel (OCBD)" userId="2206092a-8a12-487a-a963-cafe9a401430" providerId="ADAL" clId="{54C49FCB-CE70-4530-A1A9-E0EA58CC5D69}" dt="2025-11-17T11:11:34.094" v="1361" actId="478"/>
          <ac:picMkLst>
            <pc:docMk/>
            <pc:sldMk cId="385310984" sldId="284"/>
            <ac:picMk id="3" creationId="{136C06A4-2917-A532-7A65-6DF66E9900B3}"/>
          </ac:picMkLst>
        </pc:picChg>
        <pc:picChg chg="del">
          <ac:chgData name="Greenrod, Samuel (OCBD)" userId="2206092a-8a12-487a-a963-cafe9a401430" providerId="ADAL" clId="{54C49FCB-CE70-4530-A1A9-E0EA58CC5D69}" dt="2025-11-17T11:11:33.577" v="1359" actId="478"/>
          <ac:picMkLst>
            <pc:docMk/>
            <pc:sldMk cId="385310984" sldId="284"/>
            <ac:picMk id="7" creationId="{660B69D7-785C-D250-F928-03B5924A056D}"/>
          </ac:picMkLst>
        </pc:picChg>
        <pc:picChg chg="del">
          <ac:chgData name="Greenrod, Samuel (OCBD)" userId="2206092a-8a12-487a-a963-cafe9a401430" providerId="ADAL" clId="{54C49FCB-CE70-4530-A1A9-E0EA58CC5D69}" dt="2025-11-17T11:11:33.792" v="1360" actId="478"/>
          <ac:picMkLst>
            <pc:docMk/>
            <pc:sldMk cId="385310984" sldId="284"/>
            <ac:picMk id="11" creationId="{3823BD67-E454-E521-C8C1-A5DC1B05E3AF}"/>
          </ac:picMkLst>
        </pc:picChg>
        <pc:picChg chg="add mod modCrop">
          <ac:chgData name="Greenrod, Samuel (OCBD)" userId="2206092a-8a12-487a-a963-cafe9a401430" providerId="ADAL" clId="{54C49FCB-CE70-4530-A1A9-E0EA58CC5D69}" dt="2025-11-17T11:19:24.211" v="1380" actId="164"/>
          <ac:picMkLst>
            <pc:docMk/>
            <pc:sldMk cId="385310984" sldId="284"/>
            <ac:picMk id="13" creationId="{A102C4C1-847E-5B44-F802-4747947DFBD3}"/>
          </ac:picMkLst>
        </pc:picChg>
        <pc:picChg chg="add mod modCrop">
          <ac:chgData name="Greenrod, Samuel (OCBD)" userId="2206092a-8a12-487a-a963-cafe9a401430" providerId="ADAL" clId="{54C49FCB-CE70-4530-A1A9-E0EA58CC5D69}" dt="2025-11-17T11:19:24.211" v="1380" actId="164"/>
          <ac:picMkLst>
            <pc:docMk/>
            <pc:sldMk cId="385310984" sldId="284"/>
            <ac:picMk id="14" creationId="{EE2E334E-CC44-85C2-975D-38F3A6B00157}"/>
          </ac:picMkLst>
        </pc:picChg>
        <pc:picChg chg="add mod">
          <ac:chgData name="Greenrod, Samuel (OCBD)" userId="2206092a-8a12-487a-a963-cafe9a401430" providerId="ADAL" clId="{54C49FCB-CE70-4530-A1A9-E0EA58CC5D69}" dt="2025-11-17T11:21:49.030" v="1455" actId="1076"/>
          <ac:picMkLst>
            <pc:docMk/>
            <pc:sldMk cId="385310984" sldId="284"/>
            <ac:picMk id="15" creationId="{B479850B-3205-D1F2-05ED-7B700635761A}"/>
          </ac:picMkLst>
        </pc:picChg>
        <pc:picChg chg="add mod modCrop">
          <ac:chgData name="Greenrod, Samuel (OCBD)" userId="2206092a-8a12-487a-a963-cafe9a401430" providerId="ADAL" clId="{54C49FCB-CE70-4530-A1A9-E0EA58CC5D69}" dt="2025-11-17T11:21:01.675" v="1414" actId="164"/>
          <ac:picMkLst>
            <pc:docMk/>
            <pc:sldMk cId="385310984" sldId="284"/>
            <ac:picMk id="17" creationId="{11E4D2AD-DF3C-B4C4-5E8A-F1AB524C833F}"/>
          </ac:picMkLst>
        </pc:picChg>
        <pc:picChg chg="add del mod">
          <ac:chgData name="Greenrod, Samuel (OCBD)" userId="2206092a-8a12-487a-a963-cafe9a401430" providerId="ADAL" clId="{54C49FCB-CE70-4530-A1A9-E0EA58CC5D69}" dt="2025-11-17T11:20:35.838" v="1401" actId="478"/>
          <ac:picMkLst>
            <pc:docMk/>
            <pc:sldMk cId="385310984" sldId="284"/>
            <ac:picMk id="18" creationId="{D94E6A28-A223-7E6B-C183-20BD6D76CAEA}"/>
          </ac:picMkLst>
        </pc:picChg>
        <pc:picChg chg="add mod modCrop">
          <ac:chgData name="Greenrod, Samuel (OCBD)" userId="2206092a-8a12-487a-a963-cafe9a401430" providerId="ADAL" clId="{54C49FCB-CE70-4530-A1A9-E0EA58CC5D69}" dt="2025-11-17T11:21:01.675" v="1414" actId="164"/>
          <ac:picMkLst>
            <pc:docMk/>
            <pc:sldMk cId="385310984" sldId="284"/>
            <ac:picMk id="19" creationId="{CB496F27-FCB1-EACD-7DB0-CB112DEFFF78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11:24:56.464" v="1598" actId="14100"/>
        <pc:sldMkLst>
          <pc:docMk/>
          <pc:sldMk cId="2569780686" sldId="285"/>
        </pc:sldMkLst>
        <pc:spChg chg="mod">
          <ac:chgData name="Greenrod, Samuel (OCBD)" userId="2206092a-8a12-487a-a963-cafe9a401430" providerId="ADAL" clId="{54C49FCB-CE70-4530-A1A9-E0EA58CC5D69}" dt="2025-11-17T11:24:56.464" v="1598" actId="14100"/>
          <ac:spMkLst>
            <pc:docMk/>
            <pc:sldMk cId="2569780686" sldId="285"/>
            <ac:spMk id="2" creationId="{AC97DAC4-19D9-D6F5-F306-C29973259F00}"/>
          </ac:spMkLst>
        </pc:spChg>
        <pc:spChg chg="mod">
          <ac:chgData name="Greenrod, Samuel (OCBD)" userId="2206092a-8a12-487a-a963-cafe9a401430" providerId="ADAL" clId="{54C49FCB-CE70-4530-A1A9-E0EA58CC5D69}" dt="2025-11-17T11:23:32.654" v="1576" actId="20577"/>
          <ac:spMkLst>
            <pc:docMk/>
            <pc:sldMk cId="2569780686" sldId="285"/>
            <ac:spMk id="12" creationId="{081ED8E2-1246-FF73-9CD0-D6BC64C9B9AD}"/>
          </ac:spMkLst>
        </pc:spChg>
        <pc:picChg chg="add mod">
          <ac:chgData name="Greenrod, Samuel (OCBD)" userId="2206092a-8a12-487a-a963-cafe9a401430" providerId="ADAL" clId="{54C49FCB-CE70-4530-A1A9-E0EA58CC5D69}" dt="2025-11-17T11:23:37.048" v="1578" actId="1076"/>
          <ac:picMkLst>
            <pc:docMk/>
            <pc:sldMk cId="2569780686" sldId="285"/>
            <ac:picMk id="3" creationId="{A7147470-AD36-59FA-C5BB-D7236A9B30FC}"/>
          </ac:picMkLst>
        </pc:picChg>
        <pc:picChg chg="add mod modCrop">
          <ac:chgData name="Greenrod, Samuel (OCBD)" userId="2206092a-8a12-487a-a963-cafe9a401430" providerId="ADAL" clId="{54C49FCB-CE70-4530-A1A9-E0EA58CC5D69}" dt="2025-11-17T11:23:35.430" v="1577" actId="1076"/>
          <ac:picMkLst>
            <pc:docMk/>
            <pc:sldMk cId="2569780686" sldId="285"/>
            <ac:picMk id="7" creationId="{755B64D6-B0CC-1F4B-88E5-EDFEB21739AF}"/>
          </ac:picMkLst>
        </pc:picChg>
        <pc:picChg chg="del">
          <ac:chgData name="Greenrod, Samuel (OCBD)" userId="2206092a-8a12-487a-a963-cafe9a401430" providerId="ADAL" clId="{54C49FCB-CE70-4530-A1A9-E0EA58CC5D69}" dt="2025-11-17T11:21:52.513" v="1456" actId="478"/>
          <ac:picMkLst>
            <pc:docMk/>
            <pc:sldMk cId="2569780686" sldId="285"/>
            <ac:picMk id="13" creationId="{EDBEB419-5E48-4DBD-9F6D-52DC9EE29F13}"/>
          </ac:picMkLst>
        </pc:picChg>
        <pc:picChg chg="del">
          <ac:chgData name="Greenrod, Samuel (OCBD)" userId="2206092a-8a12-487a-a963-cafe9a401430" providerId="ADAL" clId="{54C49FCB-CE70-4530-A1A9-E0EA58CC5D69}" dt="2025-11-17T11:21:53.264" v="1457" actId="478"/>
          <ac:picMkLst>
            <pc:docMk/>
            <pc:sldMk cId="2569780686" sldId="285"/>
            <ac:picMk id="14" creationId="{FB9AFF67-7CD6-4AD1-03CB-9FC2088A4D90}"/>
          </ac:picMkLst>
        </pc:picChg>
      </pc:sldChg>
      <pc:sldChg chg="addSp delSp modSp add del mod">
        <pc:chgData name="Greenrod, Samuel (OCBD)" userId="2206092a-8a12-487a-a963-cafe9a401430" providerId="ADAL" clId="{54C49FCB-CE70-4530-A1A9-E0EA58CC5D69}" dt="2025-11-17T11:45:39.556" v="2200" actId="47"/>
        <pc:sldMkLst>
          <pc:docMk/>
          <pc:sldMk cId="2710662892" sldId="286"/>
        </pc:sldMkLst>
        <pc:spChg chg="mod">
          <ac:chgData name="Greenrod, Samuel (OCBD)" userId="2206092a-8a12-487a-a963-cafe9a401430" providerId="ADAL" clId="{54C49FCB-CE70-4530-A1A9-E0EA58CC5D69}" dt="2025-11-17T11:24:59.530" v="1607" actId="20577"/>
          <ac:spMkLst>
            <pc:docMk/>
            <pc:sldMk cId="2710662892" sldId="286"/>
            <ac:spMk id="2" creationId="{9C0251CE-8F34-624C-3B61-3B1F186CD0F4}"/>
          </ac:spMkLst>
        </pc:spChg>
        <pc:spChg chg="del">
          <ac:chgData name="Greenrod, Samuel (OCBD)" userId="2206092a-8a12-487a-a963-cafe9a401430" providerId="ADAL" clId="{54C49FCB-CE70-4530-A1A9-E0EA58CC5D69}" dt="2025-11-17T11:25:07.340" v="1614" actId="478"/>
          <ac:spMkLst>
            <pc:docMk/>
            <pc:sldMk cId="2710662892" sldId="286"/>
            <ac:spMk id="18" creationId="{05F6AE08-169E-ADAE-AEB4-F4681010C92C}"/>
          </ac:spMkLst>
        </pc:spChg>
        <pc:spChg chg="del mod">
          <ac:chgData name="Greenrod, Samuel (OCBD)" userId="2206092a-8a12-487a-a963-cafe9a401430" providerId="ADAL" clId="{54C49FCB-CE70-4530-A1A9-E0EA58CC5D69}" dt="2025-11-17T11:25:06" v="1613" actId="478"/>
          <ac:spMkLst>
            <pc:docMk/>
            <pc:sldMk cId="2710662892" sldId="286"/>
            <ac:spMk id="19" creationId="{B52C5D00-FBD1-A42D-D488-0D848AC1225C}"/>
          </ac:spMkLst>
        </pc:spChg>
        <pc:grpChg chg="del">
          <ac:chgData name="Greenrod, Samuel (OCBD)" userId="2206092a-8a12-487a-a963-cafe9a401430" providerId="ADAL" clId="{54C49FCB-CE70-4530-A1A9-E0EA58CC5D69}" dt="2025-11-17T11:25:03.849" v="1611" actId="478"/>
          <ac:grpSpMkLst>
            <pc:docMk/>
            <pc:sldMk cId="2710662892" sldId="286"/>
            <ac:grpSpMk id="3" creationId="{64E95489-7487-D9AF-F6E4-724EA7C529FF}"/>
          </ac:grpSpMkLst>
        </pc:grpChg>
        <pc:picChg chg="add mod">
          <ac:chgData name="Greenrod, Samuel (OCBD)" userId="2206092a-8a12-487a-a963-cafe9a401430" providerId="ADAL" clId="{54C49FCB-CE70-4530-A1A9-E0EA58CC5D69}" dt="2025-11-17T11:25:21.955" v="1616" actId="1076"/>
          <ac:picMkLst>
            <pc:docMk/>
            <pc:sldMk cId="2710662892" sldId="286"/>
            <ac:picMk id="13" creationId="{CE4434ED-3E08-F32B-D779-51E11B913550}"/>
          </ac:picMkLst>
        </pc:picChg>
        <pc:picChg chg="del">
          <ac:chgData name="Greenrod, Samuel (OCBD)" userId="2206092a-8a12-487a-a963-cafe9a401430" providerId="ADAL" clId="{54C49FCB-CE70-4530-A1A9-E0EA58CC5D69}" dt="2025-11-17T11:25:02.509" v="1608" actId="478"/>
          <ac:picMkLst>
            <pc:docMk/>
            <pc:sldMk cId="2710662892" sldId="286"/>
            <ac:picMk id="15" creationId="{4F6CC561-7AB9-34C6-E72A-B0AED01872EB}"/>
          </ac:picMkLst>
        </pc:picChg>
        <pc:picChg chg="del">
          <ac:chgData name="Greenrod, Samuel (OCBD)" userId="2206092a-8a12-487a-a963-cafe9a401430" providerId="ADAL" clId="{54C49FCB-CE70-4530-A1A9-E0EA58CC5D69}" dt="2025-11-17T11:25:03.439" v="1610" actId="478"/>
          <ac:picMkLst>
            <pc:docMk/>
            <pc:sldMk cId="2710662892" sldId="286"/>
            <ac:picMk id="16" creationId="{4D5D762C-8CD3-822C-7182-F8DA7DA3D2AB}"/>
          </ac:picMkLst>
        </pc:picChg>
        <pc:picChg chg="del">
          <ac:chgData name="Greenrod, Samuel (OCBD)" userId="2206092a-8a12-487a-a963-cafe9a401430" providerId="ADAL" clId="{54C49FCB-CE70-4530-A1A9-E0EA58CC5D69}" dt="2025-11-17T11:25:02.726" v="1609" actId="478"/>
          <ac:picMkLst>
            <pc:docMk/>
            <pc:sldMk cId="2710662892" sldId="286"/>
            <ac:picMk id="17" creationId="{6710DF9B-913C-D9C8-E74D-179904AA8A82}"/>
          </ac:picMkLst>
        </pc:picChg>
      </pc:sldChg>
      <pc:sldChg chg="modSp add mod">
        <pc:chgData name="Greenrod, Samuel (OCBD)" userId="2206092a-8a12-487a-a963-cafe9a401430" providerId="ADAL" clId="{54C49FCB-CE70-4530-A1A9-E0EA58CC5D69}" dt="2025-11-17T11:26:23.683" v="1676" actId="20577"/>
        <pc:sldMkLst>
          <pc:docMk/>
          <pc:sldMk cId="3092891781" sldId="287"/>
        </pc:sldMkLst>
        <pc:spChg chg="mod">
          <ac:chgData name="Greenrod, Samuel (OCBD)" userId="2206092a-8a12-487a-a963-cafe9a401430" providerId="ADAL" clId="{54C49FCB-CE70-4530-A1A9-E0EA58CC5D69}" dt="2025-11-17T11:26:23.683" v="1676" actId="20577"/>
          <ac:spMkLst>
            <pc:docMk/>
            <pc:sldMk cId="3092891781" sldId="287"/>
            <ac:spMk id="2" creationId="{F77DCFBE-3DA2-6F9B-2AC6-2FB287457040}"/>
          </ac:spMkLst>
        </pc:spChg>
      </pc:sldChg>
      <pc:sldChg chg="modSp add mod">
        <pc:chgData name="Greenrod, Samuel (OCBD)" userId="2206092a-8a12-487a-a963-cafe9a401430" providerId="ADAL" clId="{54C49FCB-CE70-4530-A1A9-E0EA58CC5D69}" dt="2025-11-17T11:26:34.454" v="1686" actId="20577"/>
        <pc:sldMkLst>
          <pc:docMk/>
          <pc:sldMk cId="3322533278" sldId="288"/>
        </pc:sldMkLst>
        <pc:spChg chg="mod">
          <ac:chgData name="Greenrod, Samuel (OCBD)" userId="2206092a-8a12-487a-a963-cafe9a401430" providerId="ADAL" clId="{54C49FCB-CE70-4530-A1A9-E0EA58CC5D69}" dt="2025-11-17T11:26:34.454" v="1686" actId="20577"/>
          <ac:spMkLst>
            <pc:docMk/>
            <pc:sldMk cId="3322533278" sldId="288"/>
            <ac:spMk id="2" creationId="{ACB9CC84-51C9-A72F-7FFB-BC1951A2820F}"/>
          </ac:spMkLst>
        </pc:spChg>
      </pc:sldChg>
      <pc:sldChg chg="modSp add mod">
        <pc:chgData name="Greenrod, Samuel (OCBD)" userId="2206092a-8a12-487a-a963-cafe9a401430" providerId="ADAL" clId="{54C49FCB-CE70-4530-A1A9-E0EA58CC5D69}" dt="2025-11-17T11:26:44.930" v="1696" actId="20577"/>
        <pc:sldMkLst>
          <pc:docMk/>
          <pc:sldMk cId="2663177471" sldId="289"/>
        </pc:sldMkLst>
        <pc:spChg chg="mod">
          <ac:chgData name="Greenrod, Samuel (OCBD)" userId="2206092a-8a12-487a-a963-cafe9a401430" providerId="ADAL" clId="{54C49FCB-CE70-4530-A1A9-E0EA58CC5D69}" dt="2025-11-17T11:26:44.930" v="1696" actId="20577"/>
          <ac:spMkLst>
            <pc:docMk/>
            <pc:sldMk cId="2663177471" sldId="289"/>
            <ac:spMk id="2" creationId="{E3CEC00B-07B1-B4ED-1430-6FD169FCA5EA}"/>
          </ac:spMkLst>
        </pc:spChg>
      </pc:sldChg>
      <pc:sldChg chg="modSp add">
        <pc:chgData name="Greenrod, Samuel (OCBD)" userId="2206092a-8a12-487a-a963-cafe9a401430" providerId="ADAL" clId="{54C49FCB-CE70-4530-A1A9-E0EA58CC5D69}" dt="2025-11-17T11:26:52.552" v="1697"/>
        <pc:sldMkLst>
          <pc:docMk/>
          <pc:sldMk cId="2911833979" sldId="290"/>
        </pc:sldMkLst>
        <pc:spChg chg="mod">
          <ac:chgData name="Greenrod, Samuel (OCBD)" userId="2206092a-8a12-487a-a963-cafe9a401430" providerId="ADAL" clId="{54C49FCB-CE70-4530-A1A9-E0EA58CC5D69}" dt="2025-11-17T11:26:52.552" v="1697"/>
          <ac:spMkLst>
            <pc:docMk/>
            <pc:sldMk cId="2911833979" sldId="290"/>
            <ac:spMk id="2" creationId="{E7D1BE90-6944-A958-9413-1F0F0162A318}"/>
          </ac:spMkLst>
        </pc:spChg>
      </pc:sldChg>
      <pc:sldChg chg="modSp add">
        <pc:chgData name="Greenrod, Samuel (OCBD)" userId="2206092a-8a12-487a-a963-cafe9a401430" providerId="ADAL" clId="{54C49FCB-CE70-4530-A1A9-E0EA58CC5D69}" dt="2025-11-17T11:26:55.818" v="1698"/>
        <pc:sldMkLst>
          <pc:docMk/>
          <pc:sldMk cId="4265225718" sldId="291"/>
        </pc:sldMkLst>
        <pc:spChg chg="mod">
          <ac:chgData name="Greenrod, Samuel (OCBD)" userId="2206092a-8a12-487a-a963-cafe9a401430" providerId="ADAL" clId="{54C49FCB-CE70-4530-A1A9-E0EA58CC5D69}" dt="2025-11-17T11:26:55.818" v="1698"/>
          <ac:spMkLst>
            <pc:docMk/>
            <pc:sldMk cId="4265225718" sldId="291"/>
            <ac:spMk id="2" creationId="{02314C13-4D3E-D527-EA6F-69DF95FB9C67}"/>
          </ac:spMkLst>
        </pc:spChg>
      </pc:sldChg>
      <pc:sldChg chg="modSp add mod">
        <pc:chgData name="Greenrod, Samuel (OCBD)" userId="2206092a-8a12-487a-a963-cafe9a401430" providerId="ADAL" clId="{54C49FCB-CE70-4530-A1A9-E0EA58CC5D69}" dt="2025-11-17T11:27:11.248" v="1715" actId="20577"/>
        <pc:sldMkLst>
          <pc:docMk/>
          <pc:sldMk cId="1069946749" sldId="292"/>
        </pc:sldMkLst>
        <pc:spChg chg="mod">
          <ac:chgData name="Greenrod, Samuel (OCBD)" userId="2206092a-8a12-487a-a963-cafe9a401430" providerId="ADAL" clId="{54C49FCB-CE70-4530-A1A9-E0EA58CC5D69}" dt="2025-11-17T11:27:11.248" v="1715" actId="20577"/>
          <ac:spMkLst>
            <pc:docMk/>
            <pc:sldMk cId="1069946749" sldId="292"/>
            <ac:spMk id="2" creationId="{481CE7BA-B3CE-7C79-F3F9-EB15B68303E6}"/>
          </ac:spMkLst>
        </pc:spChg>
      </pc:sldChg>
      <pc:sldChg chg="add del">
        <pc:chgData name="Greenrod, Samuel (OCBD)" userId="2206092a-8a12-487a-a963-cafe9a401430" providerId="ADAL" clId="{54C49FCB-CE70-4530-A1A9-E0EA58CC5D69}" dt="2025-11-17T11:45:46.740" v="2211" actId="47"/>
        <pc:sldMkLst>
          <pc:docMk/>
          <pc:sldMk cId="1030744841" sldId="293"/>
        </pc:sldMkLst>
      </pc:sldChg>
      <pc:sldChg chg="modSp add mod">
        <pc:chgData name="Greenrod, Samuel (OCBD)" userId="2206092a-8a12-487a-a963-cafe9a401430" providerId="ADAL" clId="{54C49FCB-CE70-4530-A1A9-E0EA58CC5D69}" dt="2025-11-17T11:45:33.183" v="2199" actId="20577"/>
        <pc:sldMkLst>
          <pc:docMk/>
          <pc:sldMk cId="4285979878" sldId="294"/>
        </pc:sldMkLst>
        <pc:spChg chg="mod">
          <ac:chgData name="Greenrod, Samuel (OCBD)" userId="2206092a-8a12-487a-a963-cafe9a401430" providerId="ADAL" clId="{54C49FCB-CE70-4530-A1A9-E0EA58CC5D69}" dt="2025-11-17T11:45:33.183" v="2199" actId="20577"/>
          <ac:spMkLst>
            <pc:docMk/>
            <pc:sldMk cId="4285979878" sldId="294"/>
            <ac:spMk id="3" creationId="{05B778F0-F0B8-FC79-F150-4673A5EED25E}"/>
          </ac:spMkLst>
        </pc:spChg>
      </pc:sldChg>
    </pc:docChg>
  </pc:docChgLst>
</pc:chgInfo>
</file>

<file path=ppt/comments/modernComment_116_A20CF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875686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438C-C331-AD49-9851-63B1FE7ADA81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309B-12D6-8240-AE7D-DF18D3AE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9F1F-D764-76A7-5647-C387D9DDF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5DA2F-BC09-79BF-74E2-C04FDDC10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CA8A-5E75-00B9-7991-A37A597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2EBA-D7A4-B848-AB8E-77DF82C97865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A5A9-BEBC-78EE-74E6-78450AAF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033A-5A7A-F423-BF9B-F87AFE8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0F8-BBFB-E491-140E-761D7B7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983B-2B7E-DFD9-39D0-932B9B3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523E-5E99-E34F-7245-4ECDF07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B8-A631-CC4D-AD37-3A3B27278243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7571-5124-1446-A180-F2843559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B2AB-26CF-14D2-153E-3A8A6D0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695-A593-2156-164A-0EBBE7D5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5EB3-14A6-9C84-5D37-F53AD9D4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C292-9EF3-3C99-F9F6-0801630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BDE0-F7A9-DB41-9E26-44A36E8471E2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0763-6183-3C66-294B-8ED48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FC3D-7BD1-D91E-C78E-EECE362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0549-19CC-7EFE-A700-B8E471CA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68C5-D92D-6F83-91DC-A4F35CBD0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28BFF-94DE-FEA5-2B7F-AD0D8019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7BFB7-21A4-FC49-C517-046786C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9B8C-C3C5-094C-B681-56CCD7D412A6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B355B-57C2-4745-51EF-8FAE709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950B-637B-E1F2-B1B8-35CCAAB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A364-A549-18A2-430B-4090C18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A868-55A7-1233-C85E-B8FE5832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D045-2786-FEB5-6F27-0BA5A6088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27A1E-5FE1-EBAA-F320-CBA8D8451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2C56-019F-776D-A28B-15CE136B8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42011-C314-7EC5-CB00-208D66E4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142-9999-304A-9231-3B063AC794F7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0741A-CD6B-604F-4668-10BA6596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62A9-8949-49A1-C9B8-FCF0DA60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E85-D2F6-6BE7-EE7E-94CDC397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5C8C-D11D-6977-C3EB-5CD595E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8E25-E665-D648-847D-3AD88EF49AD6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E6B9F-AE8E-8B1F-1ECB-D57AE14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7135-265E-AF49-74C1-A78AF623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9BB6C-845A-B5CC-F1E6-D71DBCD2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69BC-24E4-0940-A8F5-5C763862DDEA}" type="datetime1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D8888-B128-12FD-7630-3ECD86EC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1732-046D-02CA-5D8B-28AAA81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313-A232-7D42-2C6C-B51494DD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B26-A43E-BDF0-A069-6FDF1D4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6ED1-A40D-C41B-8962-4F8F4A54E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84D77-1AFC-386E-DEFE-FA1C855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D333-60A2-724E-9700-3C3CF588932B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0F98-24FE-2CC9-B7AA-1EB507F8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54F10-DD4F-CF8F-43A5-8D299D5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662-7AC1-4F7C-F4C0-9D9FA733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F2577-7615-4DF0-25E6-8508D91D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1C82-9A4E-AD3E-C091-BA248334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753E-3E59-F72F-347D-96152BFA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330-04F5-D04F-9BF9-67F2C7B09055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E55ED-C4BC-2251-BFE0-86AAB7C0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8C17D-09C2-6E7A-D7C5-059CB0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6F2-81E8-1E00-DB65-AE20918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FFC4-E2A2-3DE8-C379-5A6ED263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AF31-A33F-2673-F12C-4047EA5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1CE0-8DF5-6343-9F55-2457BD7CD408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CF14-931C-7493-32BD-6C03D2F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2DA6-CBEC-656A-E98C-110453E9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DDC15-E2F0-C920-46FD-33676639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69DB-94DB-72CD-4567-A72A6444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FE13B-D9BE-1E59-6B7F-52A050A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FF17-3CA3-5349-920A-5FEB1086772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B121-6A54-E24C-33B1-3ECFDD2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329F-6857-5975-BA75-46413BD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1D291-E3E4-9457-AC33-534F6C65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23D4-7225-9D25-DA90-44E59B50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E8E-89E2-5805-41AE-420DD64DB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2C4-E290-6C4B-9F58-D70F084E00FD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EFD-6B90-01CA-332A-8CA917045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ECA2-AC00-D4AE-0962-B05916EC2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A20CF0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GCF project cycle and report findings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ACDE-10C9-F045-7191-964BE523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E97C-7B53-C082-54D7-4837292A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GCF process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F0B8E68-0A05-7466-DE72-D35483C4B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B8F31-5BAA-7915-FB6D-93ACC082C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6B2F92-30E2-9EF6-6876-03ACDD576A2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84171E-B5D6-D2D3-50B9-C9F54F0A61D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7E42CE-9992-223A-66F5-67C895479C6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80E5E99-848A-96C2-25A0-1EBCC47763E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roject cycle | Green Climate Fund">
            <a:extLst>
              <a:ext uri="{FF2B5EF4-FFF2-40B4-BE49-F238E27FC236}">
                <a16:creationId xmlns:a16="http://schemas.microsoft.com/office/drawing/2014/main" id="{9D1C23E1-28E0-53D5-5BE7-B6A49B77A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091" y="1146174"/>
            <a:ext cx="5226429" cy="503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52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ED08-E656-04B7-24EE-9252059C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90551715-D735-3697-4787-DC2E40FE0B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757130" y="406302"/>
            <a:ext cx="5434870" cy="645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B433EE-E50F-7887-6628-2CC431A88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FB74-3337-D5B6-152C-BCD957020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Assess climate impact on STP fisheries and tourism: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exposure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vulnerability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adaptation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5578CBF6-D6B3-C499-C508-FF1D3CAD5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91553-67AD-8FEB-E9D0-EF66C54B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F5B06E-534C-647F-399F-3C7B540456D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D97F81D-EE22-9536-62D6-0C80471E9EA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80271D-C333-48EA-78B8-A743F364231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83D70FB9-77CA-7359-068B-8A16D368E9D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16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B696-778A-D8CE-4102-B3D67869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1F8354CC-424B-E624-D376-392431298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835" y="395043"/>
            <a:ext cx="8641719" cy="64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472256-E5F8-2060-F4BC-FFF63DAF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in STP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EDD1-AA50-5BD6-0C61-E0284018F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035" y="1825623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GDP: 6-8% (14% indirect)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Employment: 10%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Highlights: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Sun and beach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Diving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Ecotourism</a:t>
            </a:r>
          </a:p>
          <a:p>
            <a:pPr lvl="1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Sports fishing</a:t>
            </a: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Threats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 level rise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Tourist discomfort</a:t>
            </a: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36AB2661-F5D0-2DFA-1611-32131857D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A563C-3436-CAF4-90AF-128BCD09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E16E37-5C45-2DD8-6936-38188B9C858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602073-FF12-DCD2-E89A-23E19643046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84D007-D74E-D712-E30B-2874B061D08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D619689-B7BB-04C2-5CB6-B8F81FBED7B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80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99060-E8F0-E715-8D6A-B7432F0E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78ED-6FE0-218B-A93A-729ABD9A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– climate exposure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5D3EB124-E954-7C80-8D96-9CA4863F7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1E6E2-F45E-5A6C-047F-C77C3AFA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73066D-1FE3-FCCE-9EE4-71A4BBEF376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C5281B-1BDB-DAB8-C730-9FDD9D3C17F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CD0654-5C0E-504A-C6BB-C7D10202A27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4690702-43AE-5A45-AAA0-3E9FBF4B25E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D479BF8-FC44-F123-9041-EF2E3A1C7D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27" b="32193"/>
          <a:stretch>
            <a:fillRect/>
          </a:stretch>
        </p:blipFill>
        <p:spPr bwMode="auto">
          <a:xfrm>
            <a:off x="838200" y="4176417"/>
            <a:ext cx="5211092" cy="1942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7E99EF5-F346-296C-F7DA-E65915B696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88" b="31582"/>
          <a:stretch>
            <a:fillRect/>
          </a:stretch>
        </p:blipFill>
        <p:spPr bwMode="auto">
          <a:xfrm>
            <a:off x="6589581" y="2116563"/>
            <a:ext cx="5189495" cy="1942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C080776-192C-E8F4-E312-46CA8A7E48A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81" b="32652"/>
          <a:stretch>
            <a:fillRect/>
          </a:stretch>
        </p:blipFill>
        <p:spPr bwMode="auto">
          <a:xfrm>
            <a:off x="6567984" y="4207963"/>
            <a:ext cx="5211092" cy="19108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AA4B144-32AA-BF9C-A1E7-A25A8EE3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3289"/>
            <a:ext cx="5525278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Past climate trends: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Hotter – increasing temperatures and heatwave frequency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Wetter – increasing precipitation in Oct-Dec and more high precipitation events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More humid in Jul-Dec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5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C4AA-8B61-98FC-EE05-C4E6AE9F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6429-15D6-3006-19C8-A981650E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– climate exposure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062C7485-7064-2B49-F256-C0E97D48E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330B0-74FE-3686-7FCF-4FB09557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F5B37C-6947-7B26-8683-C3E3D57CF0C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DC2386-A617-FEB3-7A0F-1387B7FD9D6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DEBCA4-9B32-FB05-878C-E68463C6151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730BBD6-C1D4-D717-13E5-4F5CBF14891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B89DBAB-6F32-3104-6E67-0CA975D2E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881" y="1667966"/>
            <a:ext cx="4835487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Future climate trends: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Hotter – especially in Jan-June</a:t>
            </a:r>
          </a:p>
          <a:p>
            <a:pPr lvl="2"/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Higher warming by 2050-2079</a:t>
            </a:r>
          </a:p>
          <a:p>
            <a:pPr lvl="2"/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Higher warming under RCP 8.5</a:t>
            </a:r>
          </a:p>
          <a:p>
            <a:pPr lvl="2"/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More precipitation in Apr-Dec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More humid in Apr-Jun</a:t>
            </a:r>
          </a:p>
          <a:p>
            <a:pPr lvl="2"/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07414706-8F2D-917A-60D2-F1CB9DDF0C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643" y="1667966"/>
            <a:ext cx="5032513" cy="5016901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D13032C-F2E4-5CD2-EA8D-BF75876F36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43"/>
          <a:stretch>
            <a:fillRect/>
          </a:stretch>
        </p:blipFill>
        <p:spPr>
          <a:xfrm>
            <a:off x="1075810" y="4246597"/>
            <a:ext cx="4270940" cy="229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562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5F90-E316-AD81-4E1E-3AF95188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B6F0-9B1F-85AE-9F38-4DCD1ECE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Tourism – climate impact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2E3AAD35-F64E-8F08-82F2-C0AA5357B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D89D5-F8B1-CB1E-9E26-AE0FCD49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6FB2F0-8D18-8793-9331-C21A32155D7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482EC-25D5-7AD1-7211-A8FCBF13D2D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3BEDCC-5946-CFAF-30BF-80226B8755B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66C867C-5DA7-F690-8E5F-DFE6A71EF5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753352B-304F-4650-6BA5-CB6900516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19" y="1911118"/>
            <a:ext cx="5041600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Historical increase in high heat index days in Oct-Dec</a:t>
            </a:r>
          </a:p>
          <a:p>
            <a:pPr marL="0" indent="0">
              <a:buNone/>
            </a:pP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Historical and projected sea level rise</a:t>
            </a:r>
          </a:p>
          <a:p>
            <a:pPr lvl="2"/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B57ED-5E1A-05F2-4F20-47585C7C1F64}"/>
              </a:ext>
            </a:extLst>
          </p:cNvPr>
          <p:cNvGrpSpPr/>
          <p:nvPr/>
        </p:nvGrpSpPr>
        <p:grpSpPr>
          <a:xfrm>
            <a:off x="935276" y="4344173"/>
            <a:ext cx="4228421" cy="2259389"/>
            <a:chOff x="0" y="0"/>
            <a:chExt cx="5495925" cy="2849880"/>
          </a:xfrm>
        </p:grpSpPr>
        <p:pic>
          <p:nvPicPr>
            <p:cNvPr id="7" name="Picture 6" descr="A map of the north america&#10;&#10;AI-generated content may be incorrect.">
              <a:extLst>
                <a:ext uri="{FF2B5EF4-FFF2-40B4-BE49-F238E27FC236}">
                  <a16:creationId xmlns:a16="http://schemas.microsoft.com/office/drawing/2014/main" id="{DC1FFBF8-DBF8-8C3A-3FD0-AFF54187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849880" cy="2849880"/>
            </a:xfrm>
            <a:prstGeom prst="rect">
              <a:avLst/>
            </a:prstGeom>
          </p:spPr>
        </p:pic>
        <p:pic>
          <p:nvPicPr>
            <p:cNvPr id="11" name="Picture 10" descr="A graph with a line graph and black dots&#10;&#10;AI-generated content may be incorrect.">
              <a:extLst>
                <a:ext uri="{FF2B5EF4-FFF2-40B4-BE49-F238E27FC236}">
                  <a16:creationId xmlns:a16="http://schemas.microsoft.com/office/drawing/2014/main" id="{F838627D-4762-69BE-850C-530139E49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68094"/>
              <a:ext cx="2295525" cy="2295525"/>
            </a:xfrm>
            <a:prstGeom prst="rect">
              <a:avLst/>
            </a:prstGeom>
          </p:spPr>
        </p:pic>
      </p:grpSp>
      <p:pic>
        <p:nvPicPr>
          <p:cNvPr id="15" name="Picture 14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6B8B4FF3-2E00-778B-794E-7530835E9B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128" y="1749027"/>
            <a:ext cx="5731510" cy="1719580"/>
          </a:xfrm>
          <a:prstGeom prst="rect">
            <a:avLst/>
          </a:prstGeom>
        </p:spPr>
      </p:pic>
      <p:pic>
        <p:nvPicPr>
          <p:cNvPr id="16" name="Picture 15" descr="A graph of sea level rise&#10;&#10;AI-generated content may be incorrect.">
            <a:extLst>
              <a:ext uri="{FF2B5EF4-FFF2-40B4-BE49-F238E27FC236}">
                <a16:creationId xmlns:a16="http://schemas.microsoft.com/office/drawing/2014/main" id="{E9F850CE-14BF-DAA0-1BDB-3F811940AF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071" y="4174736"/>
            <a:ext cx="2232653" cy="2232653"/>
          </a:xfrm>
          <a:prstGeom prst="rect">
            <a:avLst/>
          </a:prstGeom>
        </p:spPr>
      </p:pic>
      <p:pic>
        <p:nvPicPr>
          <p:cNvPr id="17" name="Picture 16" descr="A group of images of sea level rise&#10;&#10;AI-generated content may be incorrect.">
            <a:extLst>
              <a:ext uri="{FF2B5EF4-FFF2-40B4-BE49-F238E27FC236}">
                <a16:creationId xmlns:a16="http://schemas.microsoft.com/office/drawing/2014/main" id="{B844D4BC-F1F2-D698-5489-CB126ECB17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35" y="4174736"/>
            <a:ext cx="2603500" cy="23437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4CC8D1-B9D3-12C0-2124-42666C19C029}"/>
              </a:ext>
            </a:extLst>
          </p:cNvPr>
          <p:cNvSpPr txBox="1"/>
          <p:nvPr/>
        </p:nvSpPr>
        <p:spPr>
          <a:xfrm>
            <a:off x="1072935" y="4028826"/>
            <a:ext cx="1579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Historical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9BC3F-B735-CDB8-60DE-1E628BC541D8}"/>
              </a:ext>
            </a:extLst>
          </p:cNvPr>
          <p:cNvSpPr txBox="1"/>
          <p:nvPr/>
        </p:nvSpPr>
        <p:spPr>
          <a:xfrm>
            <a:off x="6096000" y="3805404"/>
            <a:ext cx="1579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Projected</a:t>
            </a:r>
          </a:p>
        </p:txBody>
      </p:sp>
    </p:spTree>
    <p:extLst>
      <p:ext uri="{BB962C8B-B14F-4D97-AF65-F5344CB8AC3E}">
        <p14:creationId xmlns:p14="http://schemas.microsoft.com/office/powerpoint/2010/main" val="2877324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2141-4571-7618-E7BF-8C4CFD99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D5CE9-2FC0-FC8B-CF5B-31A5CBA4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in STP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72BA8-8B55-AF2B-491B-503D39E53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035" y="1825623"/>
            <a:ext cx="52578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Fisheries are crucial for the economy and employment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5-10% GDP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Employ 10-15% population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comprises ~53% of animal protein intake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conservation is also important for future tourism: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Sports fishing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Diving </a:t>
            </a: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Threats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Ocean warming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Ocean acidification</a:t>
            </a: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0DE6FEA-C5D5-78B7-FA37-6424F97B9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FC3D2-1CE3-F5B2-5E0F-04E58C17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9C800A-4E57-512F-00BD-2E27B82A883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2EC888-5990-B49F-4ECA-8816D9B992A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9A3652-A317-7994-6DA6-E4F86052616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50FFED3-99F0-5650-3DB2-0F3E1D49AF6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22652CC1-1BE6-C965-F392-35D1CD3959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757130" y="406302"/>
            <a:ext cx="5434870" cy="645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517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39BAE-8BF7-2490-F25C-BD9713B7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5921D-E60C-0050-BEA9-DFF6A0DB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63098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exposure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219870A8-07F3-462C-F785-F2849F459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8190C-B3C5-F35D-B223-B168982D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A1FA53-B1F2-897B-992F-3F9D9E5E6DF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A6C498-F471-89B9-C102-0F1E2AED25E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23C355-DF79-12E6-CB9A-52C81ECF1F2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2A1A369-E16C-92B9-404E-732D7D4659A4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53B97DE-51EE-D03B-2B43-98AAAC201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04371"/>
            <a:ext cx="5005647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Past climate trends: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Hotter – increasing temperatures and marine heatwave frequency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Acidification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Deoxygenation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F63AE9-97CA-7729-2578-59584C4C150D}"/>
              </a:ext>
            </a:extLst>
          </p:cNvPr>
          <p:cNvGrpSpPr/>
          <p:nvPr/>
        </p:nvGrpSpPr>
        <p:grpSpPr>
          <a:xfrm>
            <a:off x="6114874" y="1946674"/>
            <a:ext cx="5416998" cy="1914977"/>
            <a:chOff x="947737" y="4183598"/>
            <a:chExt cx="5724525" cy="2051029"/>
          </a:xfrm>
        </p:grpSpPr>
        <p:pic>
          <p:nvPicPr>
            <p:cNvPr id="13" name="drawing">
              <a:extLst>
                <a:ext uri="{FF2B5EF4-FFF2-40B4-BE49-F238E27FC236}">
                  <a16:creationId xmlns:a16="http://schemas.microsoft.com/office/drawing/2014/main" id="{A102C4C1-847E-5B44-F802-4747947DF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380"/>
            <a:stretch>
              <a:fillRect/>
            </a:stretch>
          </p:blipFill>
          <p:spPr>
            <a:xfrm>
              <a:off x="947737" y="4320073"/>
              <a:ext cx="5724525" cy="1914554"/>
            </a:xfrm>
            <a:prstGeom prst="rect">
              <a:avLst/>
            </a:prstGeom>
          </p:spPr>
        </p:pic>
        <p:pic>
          <p:nvPicPr>
            <p:cNvPr id="14" name="drawing">
              <a:extLst>
                <a:ext uri="{FF2B5EF4-FFF2-40B4-BE49-F238E27FC236}">
                  <a16:creationId xmlns:a16="http://schemas.microsoft.com/office/drawing/2014/main" id="{EE2E334E-CC44-85C2-975D-38F3A6B00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3" b="92086"/>
            <a:stretch>
              <a:fillRect/>
            </a:stretch>
          </p:blipFill>
          <p:spPr>
            <a:xfrm>
              <a:off x="947737" y="4183598"/>
              <a:ext cx="5724525" cy="210675"/>
            </a:xfrm>
            <a:prstGeom prst="rect">
              <a:avLst/>
            </a:prstGeom>
          </p:spPr>
        </p:pic>
      </p:grpSp>
      <p:pic>
        <p:nvPicPr>
          <p:cNvPr id="15" name="drawing">
            <a:extLst>
              <a:ext uri="{FF2B5EF4-FFF2-40B4-BE49-F238E27FC236}">
                <a16:creationId xmlns:a16="http://schemas.microsoft.com/office/drawing/2014/main" id="{B479850B-3205-D1F2-05ED-7B70063576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156" y="4152042"/>
            <a:ext cx="5112284" cy="191391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BEEF3D3-2AB2-E3A0-9037-264F3618B1C1}"/>
              </a:ext>
            </a:extLst>
          </p:cNvPr>
          <p:cNvGrpSpPr/>
          <p:nvPr/>
        </p:nvGrpSpPr>
        <p:grpSpPr>
          <a:xfrm>
            <a:off x="685709" y="4296240"/>
            <a:ext cx="5310626" cy="2027152"/>
            <a:chOff x="639859" y="4170435"/>
            <a:chExt cx="5310626" cy="2027152"/>
          </a:xfrm>
        </p:grpSpPr>
        <p:pic>
          <p:nvPicPr>
            <p:cNvPr id="17" name="Picture 16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11E4D2AD-DF3C-B4C4-5E8A-F1AB524C8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227"/>
            <a:stretch>
              <a:fillRect/>
            </a:stretch>
          </p:blipFill>
          <p:spPr>
            <a:xfrm>
              <a:off x="639860" y="4317974"/>
              <a:ext cx="5310625" cy="1879613"/>
            </a:xfrm>
            <a:prstGeom prst="rect">
              <a:avLst/>
            </a:prstGeom>
          </p:spPr>
        </p:pic>
        <p:pic>
          <p:nvPicPr>
            <p:cNvPr id="19" name="Picture 18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CB496F27-FCB1-EACD-7DB0-CB112DEFF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02" b="92957"/>
            <a:stretch>
              <a:fillRect/>
            </a:stretch>
          </p:blipFill>
          <p:spPr>
            <a:xfrm>
              <a:off x="639859" y="4170435"/>
              <a:ext cx="5310625" cy="1966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31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141F9-A255-E3F1-F700-98E391ED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DAC4-19D9-D6F5-F306-C2997325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613287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exposure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FC490EBF-2970-5B1E-4D98-22AC1BE95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C32EC-D177-B085-89CA-F1391F68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A2FC09-E918-6C11-F97E-67544B65A94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43E216-F43D-5110-D222-400C28DD5A5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CA61A6-4D94-4583-3BF4-953CC3F8D54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5B74DE6-531A-0CC1-9C51-86D0BCAB1FE1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1ED8E2-1246-FF73-9CD0-D6BC64C9B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881" y="1667966"/>
            <a:ext cx="4835487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Future climate trends: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Projected temperature increases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Projected ocean acidification</a:t>
            </a:r>
          </a:p>
          <a:p>
            <a:pPr lvl="1"/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Projected ocean deoxygenation</a:t>
            </a:r>
          </a:p>
          <a:p>
            <a:pPr lvl="2"/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7147470-AD36-59FA-C5BB-D7236A9B30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536" y="1667966"/>
            <a:ext cx="4911008" cy="4911008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55B64D6-B0CC-1F4B-88E5-EDFEB21739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459"/>
          <a:stretch>
            <a:fillRect/>
          </a:stretch>
        </p:blipFill>
        <p:spPr>
          <a:xfrm>
            <a:off x="762881" y="3589869"/>
            <a:ext cx="5079585" cy="276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80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49BA-20A3-D9C7-1596-C71A3365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DCFBE-3DA2-6F9B-2AC6-2FB28745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7" y="456975"/>
            <a:ext cx="1061900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impact (mechanistic modelling)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31DE57B5-AFBC-AC47-6064-9CDFD6703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4DAF5-0F21-7300-74D7-B9870B15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DC4F40-3245-14D4-27FB-15A55399316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DA822A-0852-BA08-8503-34ABE167AC0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47FFC6-4451-B36E-AA79-3A9CBEFCD91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5DDBFF0-FC93-FE0B-73A1-D3AFF3540AB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744699E9-D5FD-61E4-3AA7-1D53375ED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96" y="1718265"/>
            <a:ext cx="7492417" cy="46827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D07047-E3ED-D341-10AD-AD75E6210ED7}"/>
              </a:ext>
            </a:extLst>
          </p:cNvPr>
          <p:cNvSpPr txBox="1"/>
          <p:nvPr/>
        </p:nvSpPr>
        <p:spPr>
          <a:xfrm>
            <a:off x="1001225" y="1844468"/>
            <a:ext cx="23072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latin typeface="Arial" panose="020B0604020202020204" pitchFamily="34" charset="0"/>
                <a:cs typeface="Arial" panose="020B0604020202020204" pitchFamily="34" charset="0"/>
              </a:rPr>
              <a:t>ISIMIP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Fish biomass impact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Climate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</p:txBody>
      </p:sp>
    </p:spTree>
    <p:extLst>
      <p:ext uri="{BB962C8B-B14F-4D97-AF65-F5344CB8AC3E}">
        <p14:creationId xmlns:p14="http://schemas.microsoft.com/office/powerpoint/2010/main" val="3092891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9A4D8-0430-6EA7-1AD4-71989EB2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443A6363-9363-29E2-B437-A2D8B2204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697" y="1658793"/>
            <a:ext cx="6572608" cy="4694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B9CC84-51C9-A72F-7FFB-BC1951A2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74065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impact (empirical modelling)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8B48F-1E33-88A9-8469-18A73513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73" y="1825623"/>
            <a:ext cx="4031512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Fish occurrence probability is projected to vary considerably with climate change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 a 0.1 change cut-off, occurrence probability projected to: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Increase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No change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Decrease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4C6D28C0-A18C-D7B0-F4B8-92F3FD591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6DD4D-8846-B625-1A21-3BC37328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759F8B-BD55-6C4A-9F4F-5157748D257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88E17D5-9C25-2D78-BBDE-CB243B69F86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6C16CD-2D3B-92E2-B4C0-B8027EBF599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1D4061F-7F94-3D87-FDDF-AC0F97A354D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533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A21B5-67AA-50D7-6C97-531CC509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C00B-07B1-B4ED-1430-6FD169FC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825715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impact (empirical modelling)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37A37-6250-13B2-FB12-37E321B60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409" y="1812097"/>
            <a:ext cx="4731631" cy="4351338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Climate impact is greater in the west than east, consistent with mechanistic models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Coastal waters are buffered from climate impact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BE3107E1-9449-0CAA-A12F-0F8A10C22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30A13-E9F2-7292-169A-E911C008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703444-759A-DDBA-6BC0-3C0E2E9005E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C67078-9943-07A3-5555-F652189A6ED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7DAF69-1297-2947-54F9-25FBA9D5666D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E7A3854-90FC-C794-0D10-6806346AFAD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diagram of a bird&#10;&#10;AI-generated content may be incorrect.">
            <a:extLst>
              <a:ext uri="{FF2B5EF4-FFF2-40B4-BE49-F238E27FC236}">
                <a16:creationId xmlns:a16="http://schemas.microsoft.com/office/drawing/2014/main" id="{4DA39E86-CF17-F040-8E1E-7821FA9FF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b="9448"/>
          <a:stretch>
            <a:fillRect/>
          </a:stretch>
        </p:blipFill>
        <p:spPr>
          <a:xfrm>
            <a:off x="731960" y="1838064"/>
            <a:ext cx="5144691" cy="4190922"/>
          </a:xfrm>
          <a:prstGeom prst="rect">
            <a:avLst/>
          </a:prstGeom>
        </p:spPr>
      </p:pic>
      <p:pic>
        <p:nvPicPr>
          <p:cNvPr id="26" name="Picture 25" descr="A screen shot of a graph&#10;&#10;AI-generated content may be incorrect.">
            <a:extLst>
              <a:ext uri="{FF2B5EF4-FFF2-40B4-BE49-F238E27FC236}">
                <a16:creationId xmlns:a16="http://schemas.microsoft.com/office/drawing/2014/main" id="{E278685A-C472-3A46-223C-86F04EFA2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06" r="37778" b="29306"/>
          <a:stretch>
            <a:fillRect/>
          </a:stretch>
        </p:blipFill>
        <p:spPr>
          <a:xfrm>
            <a:off x="9213870" y="4071434"/>
            <a:ext cx="2563165" cy="1704963"/>
          </a:xfrm>
          <a:prstGeom prst="rect">
            <a:avLst/>
          </a:prstGeom>
        </p:spPr>
      </p:pic>
      <p:pic>
        <p:nvPicPr>
          <p:cNvPr id="27" name="Picture 26" descr="A red and blue graph&#10;&#10;AI-generated content may be incorrect.">
            <a:extLst>
              <a:ext uri="{FF2B5EF4-FFF2-40B4-BE49-F238E27FC236}">
                <a16:creationId xmlns:a16="http://schemas.microsoft.com/office/drawing/2014/main" id="{7A81955A-ED1D-A13C-35B3-F93A3FCA6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9" r="37917" b="30000"/>
          <a:stretch>
            <a:fillRect/>
          </a:stretch>
        </p:blipFill>
        <p:spPr>
          <a:xfrm>
            <a:off x="6457507" y="4062503"/>
            <a:ext cx="2574725" cy="170496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B6CE9F2-7392-3BFC-8DD4-FE1B1A9AF115}"/>
              </a:ext>
            </a:extLst>
          </p:cNvPr>
          <p:cNvSpPr txBox="1"/>
          <p:nvPr/>
        </p:nvSpPr>
        <p:spPr>
          <a:xfrm>
            <a:off x="9313717" y="3781056"/>
            <a:ext cx="167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1" dirty="0" err="1"/>
              <a:t>Erythrocles</a:t>
            </a:r>
            <a:r>
              <a:rPr lang="en-GB" sz="1200" b="1" i="1" dirty="0"/>
              <a:t> </a:t>
            </a:r>
            <a:r>
              <a:rPr lang="en-GB" sz="1200" b="1" i="1" dirty="0" err="1"/>
              <a:t>monodi</a:t>
            </a:r>
            <a:endParaRPr lang="en-GB" sz="1200" b="1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4C05C8-95DF-E9DE-4572-FD4521441930}"/>
              </a:ext>
            </a:extLst>
          </p:cNvPr>
          <p:cNvSpPr txBox="1"/>
          <p:nvPr/>
        </p:nvSpPr>
        <p:spPr>
          <a:xfrm>
            <a:off x="6457507" y="3802754"/>
            <a:ext cx="167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1" dirty="0"/>
              <a:t>Anthias </a:t>
            </a:r>
            <a:r>
              <a:rPr lang="en-GB" sz="1200" b="1" i="1" dirty="0" err="1"/>
              <a:t>anthias</a:t>
            </a:r>
            <a:endParaRPr lang="en-GB" sz="1200" b="1" i="1" dirty="0"/>
          </a:p>
        </p:txBody>
      </p:sp>
      <p:pic>
        <p:nvPicPr>
          <p:cNvPr id="30" name="Picture 29" descr="A map of a continent&#10;&#10;AI-generated content may be incorrect.">
            <a:extLst>
              <a:ext uri="{FF2B5EF4-FFF2-40B4-BE49-F238E27FC236}">
                <a16:creationId xmlns:a16="http://schemas.microsoft.com/office/drawing/2014/main" id="{524F88D9-F729-04EF-848A-FFA10870CF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51" b="8590"/>
          <a:stretch>
            <a:fillRect/>
          </a:stretch>
        </p:blipFill>
        <p:spPr>
          <a:xfrm>
            <a:off x="7317732" y="5883693"/>
            <a:ext cx="3429000" cy="37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77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D7B13-13DC-590A-5FD1-E0189C82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BE90-6944-A958-9413-1F0F0162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93204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impact (empirical modelling)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14AF6768-B7FB-89F8-70C7-88E5EBD18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6088B-07B0-AEC9-5E91-E523F2CD7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161744-643B-47F4-F79F-EC65595A2A3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827E08-655C-2A5C-4C0D-3A5FAB42E6C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04B393-8479-7DDE-28BC-E606C1669D1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6D23586-210D-0A15-DB0C-F5D2B24BC88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D186B8-FF9B-C340-260F-D4BEE963A274}"/>
              </a:ext>
            </a:extLst>
          </p:cNvPr>
          <p:cNvSpPr txBox="1"/>
          <p:nvPr/>
        </p:nvSpPr>
        <p:spPr>
          <a:xfrm>
            <a:off x="1095386" y="1821817"/>
            <a:ext cx="3040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Positively affected by climate 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44911-06B8-4469-6187-FDFB52093D4D}"/>
              </a:ext>
            </a:extLst>
          </p:cNvPr>
          <p:cNvSpPr txBox="1"/>
          <p:nvPr/>
        </p:nvSpPr>
        <p:spPr>
          <a:xfrm>
            <a:off x="5302621" y="1867000"/>
            <a:ext cx="29518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Negatively affected by climate change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0DB486-9283-B18F-8073-CCA37FAED02B}"/>
              </a:ext>
            </a:extLst>
          </p:cNvPr>
          <p:cNvCxnSpPr/>
          <p:nvPr/>
        </p:nvCxnSpPr>
        <p:spPr>
          <a:xfrm flipV="1">
            <a:off x="7235126" y="4542764"/>
            <a:ext cx="0" cy="371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4BCD45-33C1-45F0-46D9-213BB6C5E6C8}"/>
              </a:ext>
            </a:extLst>
          </p:cNvPr>
          <p:cNvCxnSpPr>
            <a:cxnSpLocks/>
          </p:cNvCxnSpPr>
          <p:nvPr/>
        </p:nvCxnSpPr>
        <p:spPr>
          <a:xfrm>
            <a:off x="3170562" y="2256764"/>
            <a:ext cx="0" cy="4667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90AB87CB-7D58-B319-F9C3-E43335F5A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4" t="43010" b="19680"/>
          <a:stretch>
            <a:fillRect/>
          </a:stretch>
        </p:blipFill>
        <p:spPr bwMode="auto">
          <a:xfrm>
            <a:off x="9302234" y="4005560"/>
            <a:ext cx="1895475" cy="181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7E5B7FE7-4AF9-D751-E4D0-00C4D22E96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5" t="86889" r="31137" b="-249"/>
          <a:stretch>
            <a:fillRect/>
          </a:stretch>
        </p:blipFill>
        <p:spPr bwMode="auto">
          <a:xfrm>
            <a:off x="9213979" y="5821098"/>
            <a:ext cx="1907461" cy="50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E53BDC7C-A383-D967-758E-75514AD69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228" y="1602398"/>
            <a:ext cx="2384187" cy="21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graph of a graph showing a number of different numbers&#10;&#10;AI-generated content may be incorrect.">
            <a:extLst>
              <a:ext uri="{FF2B5EF4-FFF2-40B4-BE49-F238E27FC236}">
                <a16:creationId xmlns:a16="http://schemas.microsoft.com/office/drawing/2014/main" id="{79ABBE82-C90E-A03E-50DD-90A63A8577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05" y="2143999"/>
            <a:ext cx="3657607" cy="3657607"/>
          </a:xfrm>
          <a:prstGeom prst="rect">
            <a:avLst/>
          </a:prstGeom>
        </p:spPr>
      </p:pic>
      <p:pic>
        <p:nvPicPr>
          <p:cNvPr id="20" name="Picture 19" descr="A graph with blue lines&#10;&#10;AI-generated content may be incorrect.">
            <a:extLst>
              <a:ext uri="{FF2B5EF4-FFF2-40B4-BE49-F238E27FC236}">
                <a16:creationId xmlns:a16="http://schemas.microsoft.com/office/drawing/2014/main" id="{AB4B57D0-3FFF-4582-B145-8778DCDDBD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756" y="2144415"/>
            <a:ext cx="3657607" cy="365760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709CA9-C75F-01D0-4B31-55D92A842C8D}"/>
              </a:ext>
            </a:extLst>
          </p:cNvPr>
          <p:cNvCxnSpPr>
            <a:cxnSpLocks/>
          </p:cNvCxnSpPr>
          <p:nvPr/>
        </p:nvCxnSpPr>
        <p:spPr>
          <a:xfrm>
            <a:off x="7387526" y="3181105"/>
            <a:ext cx="0" cy="4712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C21656-C1CC-1F61-AEBF-7DD9BEF7AC16}"/>
              </a:ext>
            </a:extLst>
          </p:cNvPr>
          <p:cNvCxnSpPr>
            <a:cxnSpLocks/>
          </p:cNvCxnSpPr>
          <p:nvPr/>
        </p:nvCxnSpPr>
        <p:spPr>
          <a:xfrm flipV="1">
            <a:off x="3291776" y="3910959"/>
            <a:ext cx="0" cy="3747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833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ABF96-2074-DCE8-81F1-6A165198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4C13-4D3E-D527-EA6F-69DF95FB9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91" y="414271"/>
            <a:ext cx="1079381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impact (empirical modelling)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48FD3862-3A90-6A01-3FC0-F8C45E69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BC8F6-7D73-D033-1598-74FCF4780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5DE86F-F0E1-3D78-90F0-BD3B64C629D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294888-7184-C134-D1B6-5912B87FDA9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137015-A53D-569F-6A64-22AAD2AA50E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50107F5-E2BA-1193-DB9A-26AC33EF568E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ECBF66EE-9B02-1C79-9B20-00D912FE1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28" y="2040933"/>
            <a:ext cx="3657607" cy="3657607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071A8D3-0F4F-E853-C3EB-44809E232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90" y="3869737"/>
            <a:ext cx="57150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AB0647-9AF6-9520-C034-4ECCFEA6A9F8}"/>
              </a:ext>
            </a:extLst>
          </p:cNvPr>
          <p:cNvSpPr txBox="1"/>
          <p:nvPr/>
        </p:nvSpPr>
        <p:spPr>
          <a:xfrm>
            <a:off x="5392790" y="1899996"/>
            <a:ext cx="596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Coastal buffering occurs across all species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Result may be due to greater climatic stability near coast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FC2B5A-77A2-D610-85EA-87F27CF7FBB1}"/>
              </a:ext>
            </a:extLst>
          </p:cNvPr>
          <p:cNvSpPr txBox="1"/>
          <p:nvPr/>
        </p:nvSpPr>
        <p:spPr>
          <a:xfrm>
            <a:off x="838201" y="2152555"/>
            <a:ext cx="457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m = 0.32</a:t>
            </a:r>
          </a:p>
          <a:p>
            <a:pPr lvl="2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R² = 0.78</a:t>
            </a:r>
          </a:p>
        </p:txBody>
      </p:sp>
    </p:spTree>
    <p:extLst>
      <p:ext uri="{BB962C8B-B14F-4D97-AF65-F5344CB8AC3E}">
        <p14:creationId xmlns:p14="http://schemas.microsoft.com/office/powerpoint/2010/main" val="4265225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B671-3E75-040A-3976-3E85E69A2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E7BA-B3CE-7C79-F3F9-EB15B683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992336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– climate impact (sports fishing)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ACA04659-956B-4BCE-C442-D19B801E9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5A396-284F-3D49-0AC8-28065147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0D3CB09-C4D0-A831-D6B7-631C43D72C6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8C2996-B4E5-C99C-14BB-F14A65F007C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C26AAF-9EC2-97CB-AB83-2032BE4392ED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5A718D3-C27E-6673-4C53-5353ED35CE5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9B7A7D6A-C56B-973C-96EE-CFBF7BC8E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565" y="2077202"/>
            <a:ext cx="5508235" cy="39344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1ED73E0-AD07-6E14-1119-F71D0ABE2CC9}"/>
              </a:ext>
            </a:extLst>
          </p:cNvPr>
          <p:cNvSpPr txBox="1"/>
          <p:nvPr/>
        </p:nvSpPr>
        <p:spPr>
          <a:xfrm>
            <a:off x="10285814" y="4180733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Grouper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61EC82-D4BE-E394-3971-B09CE668C939}"/>
              </a:ext>
            </a:extLst>
          </p:cNvPr>
          <p:cNvSpPr txBox="1"/>
          <p:nvPr/>
        </p:nvSpPr>
        <p:spPr>
          <a:xfrm>
            <a:off x="9959115" y="4494456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Snapper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8EDB80-8440-2F3C-8CED-DE202C246404}"/>
              </a:ext>
            </a:extLst>
          </p:cNvPr>
          <p:cNvCxnSpPr>
            <a:cxnSpLocks/>
          </p:cNvCxnSpPr>
          <p:nvPr/>
        </p:nvCxnSpPr>
        <p:spPr>
          <a:xfrm>
            <a:off x="10837762" y="4488510"/>
            <a:ext cx="0" cy="466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0D97E8-E84E-E782-256E-037C17CA08CC}"/>
              </a:ext>
            </a:extLst>
          </p:cNvPr>
          <p:cNvCxnSpPr>
            <a:cxnSpLocks/>
          </p:cNvCxnSpPr>
          <p:nvPr/>
        </p:nvCxnSpPr>
        <p:spPr>
          <a:xfrm>
            <a:off x="9959115" y="4554825"/>
            <a:ext cx="0" cy="178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59EE15-3D38-9BEC-A9C0-520C0F6AC453}"/>
              </a:ext>
            </a:extLst>
          </p:cNvPr>
          <p:cNvCxnSpPr>
            <a:cxnSpLocks/>
          </p:cNvCxnSpPr>
          <p:nvPr/>
        </p:nvCxnSpPr>
        <p:spPr>
          <a:xfrm flipH="1">
            <a:off x="9653199" y="4345013"/>
            <a:ext cx="632615" cy="1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184914-9EFC-A40F-2CC4-004138272E5A}"/>
              </a:ext>
            </a:extLst>
          </p:cNvPr>
          <p:cNvCxnSpPr/>
          <p:nvPr/>
        </p:nvCxnSpPr>
        <p:spPr>
          <a:xfrm flipH="1">
            <a:off x="9653199" y="4954612"/>
            <a:ext cx="118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FF9E4DA-925F-A269-D7CE-6F8AA3F94225}"/>
              </a:ext>
            </a:extLst>
          </p:cNvPr>
          <p:cNvCxnSpPr>
            <a:cxnSpLocks/>
          </p:cNvCxnSpPr>
          <p:nvPr/>
        </p:nvCxnSpPr>
        <p:spPr>
          <a:xfrm flipH="1">
            <a:off x="9653199" y="4568640"/>
            <a:ext cx="316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EB9D36-246E-707F-2880-6E4C29B11214}"/>
              </a:ext>
            </a:extLst>
          </p:cNvPr>
          <p:cNvCxnSpPr>
            <a:cxnSpLocks/>
          </p:cNvCxnSpPr>
          <p:nvPr/>
        </p:nvCxnSpPr>
        <p:spPr>
          <a:xfrm flipH="1">
            <a:off x="9653199" y="4721542"/>
            <a:ext cx="316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76ECAB-FD22-4674-39C4-D161CC0B475C}"/>
              </a:ext>
            </a:extLst>
          </p:cNvPr>
          <p:cNvSpPr txBox="1"/>
          <p:nvPr/>
        </p:nvSpPr>
        <p:spPr>
          <a:xfrm>
            <a:off x="10438694" y="2112531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Tuna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E06A4C-C4E5-9DAA-31A8-963809B45FE7}"/>
              </a:ext>
            </a:extLst>
          </p:cNvPr>
          <p:cNvCxnSpPr>
            <a:cxnSpLocks/>
          </p:cNvCxnSpPr>
          <p:nvPr/>
        </p:nvCxnSpPr>
        <p:spPr>
          <a:xfrm flipH="1">
            <a:off x="9799018" y="2267809"/>
            <a:ext cx="632615" cy="1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9397DC-FCE4-2DA2-3E74-F0A10C4EEA1D}"/>
              </a:ext>
            </a:extLst>
          </p:cNvPr>
          <p:cNvCxnSpPr>
            <a:cxnSpLocks/>
          </p:cNvCxnSpPr>
          <p:nvPr/>
        </p:nvCxnSpPr>
        <p:spPr>
          <a:xfrm>
            <a:off x="10761562" y="2420308"/>
            <a:ext cx="0" cy="804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C59985-4E80-5920-26D9-A610BE3EF81D}"/>
              </a:ext>
            </a:extLst>
          </p:cNvPr>
          <p:cNvCxnSpPr>
            <a:cxnSpLocks/>
          </p:cNvCxnSpPr>
          <p:nvPr/>
        </p:nvCxnSpPr>
        <p:spPr>
          <a:xfrm flipH="1">
            <a:off x="9811352" y="3224768"/>
            <a:ext cx="950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393E56E-8564-FC20-99ED-959D88687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07" y="2005012"/>
            <a:ext cx="4031512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15 fish species identified as candidates for sports fishing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With a 0.1 change cut-off, presence probability projected to: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Increase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No change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  <a:p>
            <a:pPr lvl="1"/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Decrease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species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946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9995-E57E-8E52-9D64-DE7E26497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40D6-21AE-F05B-677B-7889CB908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77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78F0-F0B8-FC79-F150-4673A5EED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77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Future climate change is expected to affect both tourism and blue economy: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Sea level rise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Increased tourist discomfort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Reduction in EEZ fish biomass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Alterations to probability of pelagic and demersal occurrence in EEZ and species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recommend an adaptation strategy (outlined in a later session) to mitigate the impacts of climate change.</a:t>
            </a: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887B2762-FAFA-270C-778A-2F5CCDC0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BAFB8-7E5E-CABC-2822-B87951C4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16E810-950F-851B-E383-EFC235C0E09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CE942C-8AB2-63FD-5343-B01081220C3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8F99976-F21D-318A-DF7E-1DF3F7DBBF3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021DAA4-3663-BEEA-3BBA-153E112237E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979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5532-6683-13E3-C265-43BA25C5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93C80A-C674-1DBB-5305-06A8E4C7EF58}"/>
              </a:ext>
            </a:extLst>
          </p:cNvPr>
          <p:cNvGrpSpPr/>
          <p:nvPr/>
        </p:nvGrpSpPr>
        <p:grpSpPr>
          <a:xfrm>
            <a:off x="-14068" y="-21659"/>
            <a:ext cx="12393386" cy="1611307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DE89E6-8A6E-EC4E-E986-BBD249F52F1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6B3FB0-E509-4B22-624E-E9AC14B7624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2">
            <a:extLst>
              <a:ext uri="{FF2B5EF4-FFF2-40B4-BE49-F238E27FC236}">
                <a16:creationId xmlns:a16="http://schemas.microsoft.com/office/drawing/2014/main" id="{A9C56575-D07C-0F96-5881-6F5315AF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185" y="2401145"/>
            <a:ext cx="4852615" cy="2376264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Merci</a:t>
            </a:r>
            <a:b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15" name="Picture 1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865D44C-B4FB-6C0B-0C76-196F08DB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814" y="3087558"/>
            <a:ext cx="4385396" cy="100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4665977E207A449548B2B5BC616899" ma:contentTypeVersion="17" ma:contentTypeDescription="Create a new document." ma:contentTypeScope="" ma:versionID="b39e9f3cad3d2ef1edb569404013632f">
  <xsd:schema xmlns:xsd="http://www.w3.org/2001/XMLSchema" xmlns:xs="http://www.w3.org/2001/XMLSchema" xmlns:p="http://schemas.microsoft.com/office/2006/metadata/properties" xmlns:ns2="9b0ad5ae-bd03-426b-aed7-53a4fff41dc5" xmlns:ns3="66d5c836-a2c7-4c0e-b7db-0b4e4e817a8a" targetNamespace="http://schemas.microsoft.com/office/2006/metadata/properties" ma:root="true" ma:fieldsID="07d2476d5f7e7a8603ca226630fd531a" ns2:_="" ns3:_="">
    <xsd:import namespace="9b0ad5ae-bd03-426b-aed7-53a4fff41dc5"/>
    <xsd:import namespace="66d5c836-a2c7-4c0e-b7db-0b4e4e817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ad5ae-bd03-426b-aed7-53a4fff41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5c836-a2c7-4c0e-b7db-0b4e4e817a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d403595-b248-47b3-ba4e-d9145443b568}" ma:internalName="TaxCatchAll" ma:showField="CatchAllData" ma:web="66d5c836-a2c7-4c0e-b7db-0b4e4e817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d5c836-a2c7-4c0e-b7db-0b4e4e817a8a" xsi:nil="true"/>
    <lcf76f155ced4ddcb4097134ff3c332f xmlns="9b0ad5ae-bd03-426b-aed7-53a4fff41d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8D8B5F-9E10-41E1-BAE2-713434E77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ad5ae-bd03-426b-aed7-53a4fff41dc5"/>
    <ds:schemaRef ds:uri="66d5c836-a2c7-4c0e-b7db-0b4e4e817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87DD47-D233-4FBA-AAAD-453C53C3A3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DEA976-F7F1-432E-BC56-20E1CA73DEC7}">
  <ds:schemaRefs>
    <ds:schemaRef ds:uri="http://schemas.microsoft.com/office/2006/metadata/properties"/>
    <ds:schemaRef ds:uri="http://schemas.microsoft.com/office/infopath/2007/PartnerControls"/>
    <ds:schemaRef ds:uri="66d5c836-a2c7-4c0e-b7db-0b4e4e817a8a"/>
    <ds:schemaRef ds:uri="9b0ad5ae-bd03-426b-aed7-53a4fff41dc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534</Words>
  <Application>Microsoft Office PowerPoint</Application>
  <PresentationFormat>Widescreen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Georgia</vt:lpstr>
      <vt:lpstr>Office Theme</vt:lpstr>
      <vt:lpstr>Climate change and climate change impacts on São Tomé and Príncipe with a focus on fishery and tourism sectors in a Blue Economy context Sao Tome and Principe, November/December 2025</vt:lpstr>
      <vt:lpstr>The GCF process</vt:lpstr>
      <vt:lpstr>Report overview</vt:lpstr>
      <vt:lpstr>Tourism in STP</vt:lpstr>
      <vt:lpstr>Tourism – climate exposure</vt:lpstr>
      <vt:lpstr>Tourism – climate exposure</vt:lpstr>
      <vt:lpstr>Tourism – climate impact</vt:lpstr>
      <vt:lpstr>Fisheries in STP</vt:lpstr>
      <vt:lpstr>Fisheries – climate exposure</vt:lpstr>
      <vt:lpstr>Fisheries – climate exposure</vt:lpstr>
      <vt:lpstr>Fisheries – climate impact (mechanistic modelling)</vt:lpstr>
      <vt:lpstr>Fisheries – climate impact (empirical modelling)</vt:lpstr>
      <vt:lpstr>Fisheries – climate impact (empirical modelling)</vt:lpstr>
      <vt:lpstr>Fisheries – climate impact (empirical modelling)</vt:lpstr>
      <vt:lpstr>Fisheries – climate impact (empirical modelling)</vt:lpstr>
      <vt:lpstr>Fisheries – climate impact (sports fishing)</vt:lpstr>
      <vt:lpstr>Conclusions</vt:lpstr>
      <vt:lpstr>Merci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Fishery Committee for the Eastern Central Atlantic 9th Scientific Sub-Committee Nouakchott, Mauritania, December 2022</dc:title>
  <dc:creator>Mcdonough, Sakchai (FAORAF)</dc:creator>
  <cp:lastModifiedBy>Greenrod, Samuel (OCBD)</cp:lastModifiedBy>
  <cp:revision>16</cp:revision>
  <dcterms:created xsi:type="dcterms:W3CDTF">2022-11-03T10:54:55Z</dcterms:created>
  <dcterms:modified xsi:type="dcterms:W3CDTF">2025-11-17T11:45:53Z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0x0101009B4665977E207A449548B2B5BC616899</vt:lpwstr>
  </property>
  <property fmtid="{D5CDD505-2E9C-101B-9397-08002B2CF9AE}" pid="3" name="MediaServiceImageTags">
    <vt:lpwstr/>
  </property>
</Properties>
</file>